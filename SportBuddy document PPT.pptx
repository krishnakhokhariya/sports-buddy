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>
        <p:scale>
          <a:sx n="44" d="100"/>
          <a:sy n="44" d="100"/>
        </p:scale>
        <p:origin x="1112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1.png"/><Relationship Id="rId7" Type="http://schemas.openxmlformats.org/officeDocument/2006/relationships/image" Target="../media/image29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1.png"/><Relationship Id="rId7" Type="http://schemas.openxmlformats.org/officeDocument/2006/relationships/image" Target="../media/image29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34D875-EBE7-4D03-9D8E-18BFB8C6C41B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4827B9-EE62-4BB7-BA72-BE7E7C62383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Web Application Design</a:t>
          </a:r>
          <a:endParaRPr lang="en-US"/>
        </a:p>
      </dgm:t>
    </dgm:pt>
    <dgm:pt modelId="{0A16D096-E9D7-4C5F-97AC-20BB35EA1CA4}" type="parTrans" cxnId="{B98510B4-F5EC-4238-94FB-C6C63C8C5165}">
      <dgm:prSet/>
      <dgm:spPr/>
      <dgm:t>
        <a:bodyPr/>
        <a:lstStyle/>
        <a:p>
          <a:endParaRPr lang="en-US"/>
        </a:p>
      </dgm:t>
    </dgm:pt>
    <dgm:pt modelId="{EC7CB79E-20A6-4822-9FA5-821E60555E36}" type="sibTrans" cxnId="{B98510B4-F5EC-4238-94FB-C6C63C8C5165}">
      <dgm:prSet/>
      <dgm:spPr/>
      <dgm:t>
        <a:bodyPr/>
        <a:lstStyle/>
        <a:p>
          <a:endParaRPr lang="en-US"/>
        </a:p>
      </dgm:t>
    </dgm:pt>
    <dgm:pt modelId="{749552C3-6F0F-40FD-87DA-05CCF180FC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Component-based UI using React</a:t>
          </a:r>
          <a:endParaRPr lang="en-US"/>
        </a:p>
      </dgm:t>
    </dgm:pt>
    <dgm:pt modelId="{41055B6C-26C9-4578-96E1-9970F00F3FF1}" type="parTrans" cxnId="{2108BEEC-7B30-4776-A10C-40BB7E9ECF2F}">
      <dgm:prSet/>
      <dgm:spPr/>
      <dgm:t>
        <a:bodyPr/>
        <a:lstStyle/>
        <a:p>
          <a:endParaRPr lang="en-US"/>
        </a:p>
      </dgm:t>
    </dgm:pt>
    <dgm:pt modelId="{6DAE4B40-47D3-41F7-8BC5-51B7718D44D6}" type="sibTrans" cxnId="{2108BEEC-7B30-4776-A10C-40BB7E9ECF2F}">
      <dgm:prSet/>
      <dgm:spPr/>
      <dgm:t>
        <a:bodyPr/>
        <a:lstStyle/>
        <a:p>
          <a:endParaRPr lang="en-US"/>
        </a:p>
      </dgm:t>
    </dgm:pt>
    <dgm:pt modelId="{A1015ED2-8402-4044-A445-9519C08EFC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Responsive layout with Tailwind CSS</a:t>
          </a:r>
          <a:endParaRPr lang="en-US"/>
        </a:p>
      </dgm:t>
    </dgm:pt>
    <dgm:pt modelId="{BE29439D-560B-41D8-8BC6-D81041D5A813}" type="parTrans" cxnId="{2F076D86-931A-4E91-9DAA-49D66E2FD1E0}">
      <dgm:prSet/>
      <dgm:spPr/>
      <dgm:t>
        <a:bodyPr/>
        <a:lstStyle/>
        <a:p>
          <a:endParaRPr lang="en-US"/>
        </a:p>
      </dgm:t>
    </dgm:pt>
    <dgm:pt modelId="{8B62F96D-60E2-482C-AD73-F874A073012A}" type="sibTrans" cxnId="{2F076D86-931A-4E91-9DAA-49D66E2FD1E0}">
      <dgm:prSet/>
      <dgm:spPr/>
      <dgm:t>
        <a:bodyPr/>
        <a:lstStyle/>
        <a:p>
          <a:endParaRPr lang="en-US"/>
        </a:p>
      </dgm:t>
    </dgm:pt>
    <dgm:pt modelId="{5C58706E-DF34-4640-A9DD-4CDA7705A11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State Management</a:t>
          </a:r>
          <a:endParaRPr lang="en-US"/>
        </a:p>
      </dgm:t>
    </dgm:pt>
    <dgm:pt modelId="{018A45D6-8EBA-4760-9BB2-9E205AAFBBB9}" type="parTrans" cxnId="{4FCA26A3-60EB-47B3-B9AF-8AABBC56D1ED}">
      <dgm:prSet/>
      <dgm:spPr/>
      <dgm:t>
        <a:bodyPr/>
        <a:lstStyle/>
        <a:p>
          <a:endParaRPr lang="en-US"/>
        </a:p>
      </dgm:t>
    </dgm:pt>
    <dgm:pt modelId="{656F611D-DA12-4BDE-9292-EF6D8FCEDC11}" type="sibTrans" cxnId="{4FCA26A3-60EB-47B3-B9AF-8AABBC56D1ED}">
      <dgm:prSet/>
      <dgm:spPr/>
      <dgm:t>
        <a:bodyPr/>
        <a:lstStyle/>
        <a:p>
          <a:endParaRPr lang="en-US"/>
        </a:p>
      </dgm:t>
    </dgm:pt>
    <dgm:pt modelId="{0CEA90C6-95AD-49BF-ABF9-43E38ABE87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React Context API for auth &amp; global state</a:t>
          </a:r>
          <a:endParaRPr lang="en-US"/>
        </a:p>
      </dgm:t>
    </dgm:pt>
    <dgm:pt modelId="{B20389AE-0152-4B60-9F2D-833254D17D8E}" type="parTrans" cxnId="{E36C36A8-A800-493D-8478-2822CDE7D82A}">
      <dgm:prSet/>
      <dgm:spPr/>
      <dgm:t>
        <a:bodyPr/>
        <a:lstStyle/>
        <a:p>
          <a:endParaRPr lang="en-US"/>
        </a:p>
      </dgm:t>
    </dgm:pt>
    <dgm:pt modelId="{49E8B699-4ECE-42EE-941B-63939C15AEE3}" type="sibTrans" cxnId="{E36C36A8-A800-493D-8478-2822CDE7D82A}">
      <dgm:prSet/>
      <dgm:spPr/>
      <dgm:t>
        <a:bodyPr/>
        <a:lstStyle/>
        <a:p>
          <a:endParaRPr lang="en-US"/>
        </a:p>
      </dgm:t>
    </dgm:pt>
    <dgm:pt modelId="{F89688AD-7EE4-466B-A415-355C7EFC7C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Custom hooks for popups and confirmation dialogs</a:t>
          </a:r>
          <a:endParaRPr lang="en-US"/>
        </a:p>
      </dgm:t>
    </dgm:pt>
    <dgm:pt modelId="{C2D00EC4-244E-4C3A-B484-4EBD792C6761}" type="parTrans" cxnId="{EBEEAF6B-39B8-48E5-A6B5-B605984734C6}">
      <dgm:prSet/>
      <dgm:spPr/>
      <dgm:t>
        <a:bodyPr/>
        <a:lstStyle/>
        <a:p>
          <a:endParaRPr lang="en-US"/>
        </a:p>
      </dgm:t>
    </dgm:pt>
    <dgm:pt modelId="{ED655E68-3A5C-4BC1-88A5-D7DF5D4ECC03}" type="sibTrans" cxnId="{EBEEAF6B-39B8-48E5-A6B5-B605984734C6}">
      <dgm:prSet/>
      <dgm:spPr/>
      <dgm:t>
        <a:bodyPr/>
        <a:lstStyle/>
        <a:p>
          <a:endParaRPr lang="en-US"/>
        </a:p>
      </dgm:t>
    </dgm:pt>
    <dgm:pt modelId="{1501C804-2FDA-424A-948E-4D6650B1824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Authentication &amp; Security</a:t>
          </a:r>
          <a:endParaRPr lang="en-US"/>
        </a:p>
      </dgm:t>
    </dgm:pt>
    <dgm:pt modelId="{EAEA068B-80F2-4A43-BA6B-DAE4E6404005}" type="parTrans" cxnId="{AB54B37E-ADD9-4445-B42E-2C28EC3589BD}">
      <dgm:prSet/>
      <dgm:spPr/>
      <dgm:t>
        <a:bodyPr/>
        <a:lstStyle/>
        <a:p>
          <a:endParaRPr lang="en-US"/>
        </a:p>
      </dgm:t>
    </dgm:pt>
    <dgm:pt modelId="{E88DECD4-4824-4E0E-AEFD-C2DA3D4E5F93}" type="sibTrans" cxnId="{AB54B37E-ADD9-4445-B42E-2C28EC3589BD}">
      <dgm:prSet/>
      <dgm:spPr/>
      <dgm:t>
        <a:bodyPr/>
        <a:lstStyle/>
        <a:p>
          <a:endParaRPr lang="en-US"/>
        </a:p>
      </dgm:t>
    </dgm:pt>
    <dgm:pt modelId="{F67B162B-9FD6-43AA-BAA3-7C38796B82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Firebase Authentication (email + password + reset)</a:t>
          </a:r>
          <a:endParaRPr lang="en-US"/>
        </a:p>
      </dgm:t>
    </dgm:pt>
    <dgm:pt modelId="{8E76DAAF-49EE-4184-BFD0-617D1A726B9F}" type="parTrans" cxnId="{108DB6ED-46B1-489D-A889-B7FD6BB7E893}">
      <dgm:prSet/>
      <dgm:spPr/>
      <dgm:t>
        <a:bodyPr/>
        <a:lstStyle/>
        <a:p>
          <a:endParaRPr lang="en-US"/>
        </a:p>
      </dgm:t>
    </dgm:pt>
    <dgm:pt modelId="{A75C88D7-5848-41A1-ACA9-D2E5D7B514B5}" type="sibTrans" cxnId="{108DB6ED-46B1-489D-A889-B7FD6BB7E893}">
      <dgm:prSet/>
      <dgm:spPr/>
      <dgm:t>
        <a:bodyPr/>
        <a:lstStyle/>
        <a:p>
          <a:endParaRPr lang="en-US"/>
        </a:p>
      </dgm:t>
    </dgm:pt>
    <dgm:pt modelId="{C9639988-58E6-4FBB-9EF3-EB66725C25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Firestore security rules for users, events, and admin data</a:t>
          </a:r>
          <a:endParaRPr lang="en-US"/>
        </a:p>
      </dgm:t>
    </dgm:pt>
    <dgm:pt modelId="{B5B07EFC-6995-445B-BBEB-9A9206999E27}" type="parTrans" cxnId="{9D5B6CD0-6F70-4288-B683-8AE613FB5C1A}">
      <dgm:prSet/>
      <dgm:spPr/>
      <dgm:t>
        <a:bodyPr/>
        <a:lstStyle/>
        <a:p>
          <a:endParaRPr lang="en-US"/>
        </a:p>
      </dgm:t>
    </dgm:pt>
    <dgm:pt modelId="{3263E2F9-AD66-4C21-A6EC-51829F04BD1C}" type="sibTrans" cxnId="{9D5B6CD0-6F70-4288-B683-8AE613FB5C1A}">
      <dgm:prSet/>
      <dgm:spPr/>
      <dgm:t>
        <a:bodyPr/>
        <a:lstStyle/>
        <a:p>
          <a:endParaRPr lang="en-US"/>
        </a:p>
      </dgm:t>
    </dgm:pt>
    <dgm:pt modelId="{0FBA8912-CF77-40C0-B375-C621056E8EE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Data Modelling</a:t>
          </a:r>
          <a:endParaRPr lang="en-US"/>
        </a:p>
      </dgm:t>
    </dgm:pt>
    <dgm:pt modelId="{31ECF386-346F-4EF6-8D95-F115236B637A}" type="parTrans" cxnId="{A75909B5-8842-47A7-9E13-EE4483223B0D}">
      <dgm:prSet/>
      <dgm:spPr/>
      <dgm:t>
        <a:bodyPr/>
        <a:lstStyle/>
        <a:p>
          <a:endParaRPr lang="en-US"/>
        </a:p>
      </dgm:t>
    </dgm:pt>
    <dgm:pt modelId="{C5942643-3D26-4D99-8A80-29B8AE5EE3CD}" type="sibTrans" cxnId="{A75909B5-8842-47A7-9E13-EE4483223B0D}">
      <dgm:prSet/>
      <dgm:spPr/>
      <dgm:t>
        <a:bodyPr/>
        <a:lstStyle/>
        <a:p>
          <a:endParaRPr lang="en-US"/>
        </a:p>
      </dgm:t>
    </dgm:pt>
    <dgm:pt modelId="{F3DA25FA-08BC-4F16-A924-B569F3A25A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Separate collections for </a:t>
          </a:r>
          <a:r>
            <a:rPr lang="en-US" i="0" baseline="0"/>
            <a:t>users, events, sports, cities, areas, logs</a:t>
          </a:r>
          <a:endParaRPr lang="en-US"/>
        </a:p>
      </dgm:t>
    </dgm:pt>
    <dgm:pt modelId="{D85DD4CA-358B-41ED-9AFD-4CF219B617E5}" type="parTrans" cxnId="{A91AB259-940C-45C9-A452-26FA3AEC60E5}">
      <dgm:prSet/>
      <dgm:spPr/>
      <dgm:t>
        <a:bodyPr/>
        <a:lstStyle/>
        <a:p>
          <a:endParaRPr lang="en-US"/>
        </a:p>
      </dgm:t>
    </dgm:pt>
    <dgm:pt modelId="{D645EC6C-3013-4E31-AC5A-4FB0F1C1AB37}" type="sibTrans" cxnId="{A91AB259-940C-45C9-A452-26FA3AEC60E5}">
      <dgm:prSet/>
      <dgm:spPr/>
      <dgm:t>
        <a:bodyPr/>
        <a:lstStyle/>
        <a:p>
          <a:endParaRPr lang="en-US"/>
        </a:p>
      </dgm:t>
    </dgm:pt>
    <dgm:pt modelId="{226973D3-0E06-48D2-B272-6EC699E215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Subcollection </a:t>
          </a:r>
          <a:r>
            <a:rPr lang="en-US"/>
            <a:t>events/{eventId}/attendees for join requests</a:t>
          </a:r>
        </a:p>
      </dgm:t>
    </dgm:pt>
    <dgm:pt modelId="{52754B1A-1110-4FA6-821E-F915DCFCEFA1}" type="parTrans" cxnId="{72C6F03C-D6B5-40D2-806F-DB02F5879D1A}">
      <dgm:prSet/>
      <dgm:spPr/>
      <dgm:t>
        <a:bodyPr/>
        <a:lstStyle/>
        <a:p>
          <a:endParaRPr lang="en-US"/>
        </a:p>
      </dgm:t>
    </dgm:pt>
    <dgm:pt modelId="{3DE88CD0-C9A2-4AB5-8D07-3E759516A01E}" type="sibTrans" cxnId="{72C6F03C-D6B5-40D2-806F-DB02F5879D1A}">
      <dgm:prSet/>
      <dgm:spPr/>
      <dgm:t>
        <a:bodyPr/>
        <a:lstStyle/>
        <a:p>
          <a:endParaRPr lang="en-US"/>
        </a:p>
      </dgm:t>
    </dgm:pt>
    <dgm:pt modelId="{A707481F-2AB0-4F15-BC82-66836984CB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 i="0" baseline="0"/>
            <a:t>Event Matching Logic</a:t>
          </a:r>
          <a:endParaRPr lang="en-US"/>
        </a:p>
      </dgm:t>
    </dgm:pt>
    <dgm:pt modelId="{A0228DD1-4D6E-4475-9A32-0BBA07087007}" type="parTrans" cxnId="{9157996A-5D34-49B8-8246-CB8C659DE4B2}">
      <dgm:prSet/>
      <dgm:spPr/>
      <dgm:t>
        <a:bodyPr/>
        <a:lstStyle/>
        <a:p>
          <a:endParaRPr lang="en-US"/>
        </a:p>
      </dgm:t>
    </dgm:pt>
    <dgm:pt modelId="{58AAA3E9-4810-4A00-A48E-C1AB78F937A0}" type="sibTrans" cxnId="{9157996A-5D34-49B8-8246-CB8C659DE4B2}">
      <dgm:prSet/>
      <dgm:spPr/>
      <dgm:t>
        <a:bodyPr/>
        <a:lstStyle/>
        <a:p>
          <a:endParaRPr lang="en-US"/>
        </a:p>
      </dgm:t>
    </dgm:pt>
    <dgm:pt modelId="{EA9BDC96-18CC-4664-81B4-BDFFC912FE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Categorization of attendees into:</a:t>
          </a:r>
          <a:endParaRPr lang="en-US"/>
        </a:p>
      </dgm:t>
    </dgm:pt>
    <dgm:pt modelId="{3CC9FE41-50A5-4482-9C14-FFE1CF21E86F}" type="parTrans" cxnId="{F233A95D-46E0-44DD-B6D1-26C63E0D292E}">
      <dgm:prSet/>
      <dgm:spPr/>
      <dgm:t>
        <a:bodyPr/>
        <a:lstStyle/>
        <a:p>
          <a:endParaRPr lang="en-US"/>
        </a:p>
      </dgm:t>
    </dgm:pt>
    <dgm:pt modelId="{AF3B8352-259C-4599-829A-67462312B232}" type="sibTrans" cxnId="{F233A95D-46E0-44DD-B6D1-26C63E0D292E}">
      <dgm:prSet/>
      <dgm:spPr/>
      <dgm:t>
        <a:bodyPr/>
        <a:lstStyle/>
        <a:p>
          <a:endParaRPr lang="en-US"/>
        </a:p>
      </dgm:t>
    </dgm:pt>
    <dgm:pt modelId="{0D8D86FD-B7F4-48C0-8FDA-1D7B3B6E2844}">
      <dgm:prSet/>
      <dgm:spPr/>
      <dgm:t>
        <a:bodyPr/>
        <a:lstStyle/>
        <a:p>
          <a:r>
            <a:rPr lang="en-US" b="0" i="0" baseline="0"/>
            <a:t>Star Match (same sport + same city)</a:t>
          </a:r>
          <a:endParaRPr lang="en-US"/>
        </a:p>
      </dgm:t>
    </dgm:pt>
    <dgm:pt modelId="{A94324C0-7D3C-404C-9B67-DB1D10672827}" type="parTrans" cxnId="{5C267A8F-9222-45FD-9BEC-EBA6CD1228D3}">
      <dgm:prSet/>
      <dgm:spPr/>
      <dgm:t>
        <a:bodyPr/>
        <a:lstStyle/>
        <a:p>
          <a:endParaRPr lang="en-US"/>
        </a:p>
      </dgm:t>
    </dgm:pt>
    <dgm:pt modelId="{B8BEDBD2-8863-4F08-871E-457F0AECE1F4}" type="sibTrans" cxnId="{5C267A8F-9222-45FD-9BEC-EBA6CD1228D3}">
      <dgm:prSet/>
      <dgm:spPr/>
      <dgm:t>
        <a:bodyPr/>
        <a:lstStyle/>
        <a:p>
          <a:endParaRPr lang="en-US"/>
        </a:p>
      </dgm:t>
    </dgm:pt>
    <dgm:pt modelId="{FCE38D40-C853-41F3-9298-EF980CCDF669}">
      <dgm:prSet/>
      <dgm:spPr/>
      <dgm:t>
        <a:bodyPr/>
        <a:lstStyle/>
        <a:p>
          <a:r>
            <a:rPr lang="en-US" b="0" i="0" baseline="0"/>
            <a:t>Sports Match (same sport)</a:t>
          </a:r>
          <a:endParaRPr lang="en-US"/>
        </a:p>
      </dgm:t>
    </dgm:pt>
    <dgm:pt modelId="{CDC75388-3D70-4AD5-B3FF-23F358EB6CDE}" type="parTrans" cxnId="{DFFCFE49-6CCA-446F-9622-2D62E265E933}">
      <dgm:prSet/>
      <dgm:spPr/>
      <dgm:t>
        <a:bodyPr/>
        <a:lstStyle/>
        <a:p>
          <a:endParaRPr lang="en-US"/>
        </a:p>
      </dgm:t>
    </dgm:pt>
    <dgm:pt modelId="{03D011D5-45A8-4D8D-B873-92F963EB673C}" type="sibTrans" cxnId="{DFFCFE49-6CCA-446F-9622-2D62E265E933}">
      <dgm:prSet/>
      <dgm:spPr/>
      <dgm:t>
        <a:bodyPr/>
        <a:lstStyle/>
        <a:p>
          <a:endParaRPr lang="en-US"/>
        </a:p>
      </dgm:t>
    </dgm:pt>
    <dgm:pt modelId="{15704603-1142-4746-BB9A-BAA95D401D40}">
      <dgm:prSet/>
      <dgm:spPr/>
      <dgm:t>
        <a:bodyPr/>
        <a:lstStyle/>
        <a:p>
          <a:r>
            <a:rPr lang="en-US" b="0" i="0" baseline="0"/>
            <a:t>City Match (same city)</a:t>
          </a:r>
          <a:endParaRPr lang="en-US"/>
        </a:p>
      </dgm:t>
    </dgm:pt>
    <dgm:pt modelId="{D29C72E7-F808-4D95-B2EB-0556FB091C00}" type="parTrans" cxnId="{4FCF325C-BA0D-411E-AA52-87BFFCEFE28E}">
      <dgm:prSet/>
      <dgm:spPr/>
      <dgm:t>
        <a:bodyPr/>
        <a:lstStyle/>
        <a:p>
          <a:endParaRPr lang="en-US"/>
        </a:p>
      </dgm:t>
    </dgm:pt>
    <dgm:pt modelId="{3C839277-2A16-44D5-AF00-66FDDFA88ECC}" type="sibTrans" cxnId="{4FCF325C-BA0D-411E-AA52-87BFFCEFE28E}">
      <dgm:prSet/>
      <dgm:spPr/>
      <dgm:t>
        <a:bodyPr/>
        <a:lstStyle/>
        <a:p>
          <a:endParaRPr lang="en-US"/>
        </a:p>
      </dgm:t>
    </dgm:pt>
    <dgm:pt modelId="{84F1F57F-6425-4A49-9D00-0F442660E372}">
      <dgm:prSet/>
      <dgm:spPr/>
      <dgm:t>
        <a:bodyPr/>
        <a:lstStyle/>
        <a:p>
          <a:r>
            <a:rPr lang="en-US" b="0" i="0" baseline="0"/>
            <a:t>Not Matched</a:t>
          </a:r>
          <a:endParaRPr lang="en-US"/>
        </a:p>
      </dgm:t>
    </dgm:pt>
    <dgm:pt modelId="{8D45AD20-B091-439B-86F0-FD7DE4CB9E39}" type="parTrans" cxnId="{5F6E71FE-FAF5-4DBD-B4D5-38D1278A9E61}">
      <dgm:prSet/>
      <dgm:spPr/>
      <dgm:t>
        <a:bodyPr/>
        <a:lstStyle/>
        <a:p>
          <a:endParaRPr lang="en-US"/>
        </a:p>
      </dgm:t>
    </dgm:pt>
    <dgm:pt modelId="{C6A775C4-704A-4953-8F93-DC45075DE5ED}" type="sibTrans" cxnId="{5F6E71FE-FAF5-4DBD-B4D5-38D1278A9E61}">
      <dgm:prSet/>
      <dgm:spPr/>
      <dgm:t>
        <a:bodyPr/>
        <a:lstStyle/>
        <a:p>
          <a:endParaRPr lang="en-US"/>
        </a:p>
      </dgm:t>
    </dgm:pt>
    <dgm:pt modelId="{A4DB9E4D-F10B-4A07-91CB-8E16CD985125}" type="pres">
      <dgm:prSet presAssocID="{E534D875-EBE7-4D03-9D8E-18BFB8C6C41B}" presName="root" presStyleCnt="0">
        <dgm:presLayoutVars>
          <dgm:dir/>
          <dgm:resizeHandles val="exact"/>
        </dgm:presLayoutVars>
      </dgm:prSet>
      <dgm:spPr/>
    </dgm:pt>
    <dgm:pt modelId="{AE300088-DF11-4761-9E4C-8FC6E713752A}" type="pres">
      <dgm:prSet presAssocID="{4D4827B9-EE62-4BB7-BA72-BE7E7C623833}" presName="compNode" presStyleCnt="0"/>
      <dgm:spPr/>
    </dgm:pt>
    <dgm:pt modelId="{39E73CF8-479E-4389-B148-8DA95F3C3531}" type="pres">
      <dgm:prSet presAssocID="{4D4827B9-EE62-4BB7-BA72-BE7E7C62383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4B1DF74A-5B72-4F2C-8BED-E8FF33DFCD35}" type="pres">
      <dgm:prSet presAssocID="{4D4827B9-EE62-4BB7-BA72-BE7E7C623833}" presName="iconSpace" presStyleCnt="0"/>
      <dgm:spPr/>
    </dgm:pt>
    <dgm:pt modelId="{EBC70D92-DB14-4979-B5BD-A08B3D65DA6C}" type="pres">
      <dgm:prSet presAssocID="{4D4827B9-EE62-4BB7-BA72-BE7E7C623833}" presName="parTx" presStyleLbl="revTx" presStyleIdx="0" presStyleCnt="10">
        <dgm:presLayoutVars>
          <dgm:chMax val="0"/>
          <dgm:chPref val="0"/>
        </dgm:presLayoutVars>
      </dgm:prSet>
      <dgm:spPr/>
    </dgm:pt>
    <dgm:pt modelId="{13921508-37F5-4DED-B060-B6079E65F152}" type="pres">
      <dgm:prSet presAssocID="{4D4827B9-EE62-4BB7-BA72-BE7E7C623833}" presName="txSpace" presStyleCnt="0"/>
      <dgm:spPr/>
    </dgm:pt>
    <dgm:pt modelId="{B8EDEF5C-91B9-400F-9F31-944D6758078D}" type="pres">
      <dgm:prSet presAssocID="{4D4827B9-EE62-4BB7-BA72-BE7E7C623833}" presName="desTx" presStyleLbl="revTx" presStyleIdx="1" presStyleCnt="10">
        <dgm:presLayoutVars/>
      </dgm:prSet>
      <dgm:spPr/>
    </dgm:pt>
    <dgm:pt modelId="{0979EB88-029D-4489-82A5-AF54FAB2FCE8}" type="pres">
      <dgm:prSet presAssocID="{EC7CB79E-20A6-4822-9FA5-821E60555E36}" presName="sibTrans" presStyleCnt="0"/>
      <dgm:spPr/>
    </dgm:pt>
    <dgm:pt modelId="{A3137239-1E2F-41CF-B204-D647CF0B9DF9}" type="pres">
      <dgm:prSet presAssocID="{5C58706E-DF34-4640-A9DD-4CDA7705A110}" presName="compNode" presStyleCnt="0"/>
      <dgm:spPr/>
    </dgm:pt>
    <dgm:pt modelId="{021F8E9D-2500-4BD0-AAAE-622149238C6C}" type="pres">
      <dgm:prSet presAssocID="{5C58706E-DF34-4640-A9DD-4CDA7705A11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D86A0B3-0C3A-44D2-A60E-173A01B9F4CA}" type="pres">
      <dgm:prSet presAssocID="{5C58706E-DF34-4640-A9DD-4CDA7705A110}" presName="iconSpace" presStyleCnt="0"/>
      <dgm:spPr/>
    </dgm:pt>
    <dgm:pt modelId="{0F499945-5BB1-4D4E-8789-F4F1FA6D2079}" type="pres">
      <dgm:prSet presAssocID="{5C58706E-DF34-4640-A9DD-4CDA7705A110}" presName="parTx" presStyleLbl="revTx" presStyleIdx="2" presStyleCnt="10">
        <dgm:presLayoutVars>
          <dgm:chMax val="0"/>
          <dgm:chPref val="0"/>
        </dgm:presLayoutVars>
      </dgm:prSet>
      <dgm:spPr/>
    </dgm:pt>
    <dgm:pt modelId="{A315539F-30BC-43DA-8966-1674334376C7}" type="pres">
      <dgm:prSet presAssocID="{5C58706E-DF34-4640-A9DD-4CDA7705A110}" presName="txSpace" presStyleCnt="0"/>
      <dgm:spPr/>
    </dgm:pt>
    <dgm:pt modelId="{32BEEDCF-2A36-404B-A569-5D7CD2FB620F}" type="pres">
      <dgm:prSet presAssocID="{5C58706E-DF34-4640-A9DD-4CDA7705A110}" presName="desTx" presStyleLbl="revTx" presStyleIdx="3" presStyleCnt="10">
        <dgm:presLayoutVars/>
      </dgm:prSet>
      <dgm:spPr/>
    </dgm:pt>
    <dgm:pt modelId="{A9B2045E-BF43-45E7-9469-F6915003C5AE}" type="pres">
      <dgm:prSet presAssocID="{656F611D-DA12-4BDE-9292-EF6D8FCEDC11}" presName="sibTrans" presStyleCnt="0"/>
      <dgm:spPr/>
    </dgm:pt>
    <dgm:pt modelId="{40B1DCAD-15FB-4C63-B969-1C2699638FAF}" type="pres">
      <dgm:prSet presAssocID="{1501C804-2FDA-424A-948E-4D6650B18242}" presName="compNode" presStyleCnt="0"/>
      <dgm:spPr/>
    </dgm:pt>
    <dgm:pt modelId="{56BB8F9B-3D87-42E7-AD06-7BF460693470}" type="pres">
      <dgm:prSet presAssocID="{1501C804-2FDA-424A-948E-4D6650B1824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C8838A0-EBAE-4861-A319-4E7317481FA7}" type="pres">
      <dgm:prSet presAssocID="{1501C804-2FDA-424A-948E-4D6650B18242}" presName="iconSpace" presStyleCnt="0"/>
      <dgm:spPr/>
    </dgm:pt>
    <dgm:pt modelId="{552B4AFC-1980-4845-BD84-25CD87404788}" type="pres">
      <dgm:prSet presAssocID="{1501C804-2FDA-424A-948E-4D6650B18242}" presName="parTx" presStyleLbl="revTx" presStyleIdx="4" presStyleCnt="10">
        <dgm:presLayoutVars>
          <dgm:chMax val="0"/>
          <dgm:chPref val="0"/>
        </dgm:presLayoutVars>
      </dgm:prSet>
      <dgm:spPr/>
    </dgm:pt>
    <dgm:pt modelId="{9B72690A-B214-495E-871C-401329A010ED}" type="pres">
      <dgm:prSet presAssocID="{1501C804-2FDA-424A-948E-4D6650B18242}" presName="txSpace" presStyleCnt="0"/>
      <dgm:spPr/>
    </dgm:pt>
    <dgm:pt modelId="{FC783FD4-CAF9-477C-B5B5-413F6FBFD83E}" type="pres">
      <dgm:prSet presAssocID="{1501C804-2FDA-424A-948E-4D6650B18242}" presName="desTx" presStyleLbl="revTx" presStyleIdx="5" presStyleCnt="10">
        <dgm:presLayoutVars/>
      </dgm:prSet>
      <dgm:spPr/>
    </dgm:pt>
    <dgm:pt modelId="{3446DD00-1344-4226-A8A2-A8466AE42A3F}" type="pres">
      <dgm:prSet presAssocID="{E88DECD4-4824-4E0E-AEFD-C2DA3D4E5F93}" presName="sibTrans" presStyleCnt="0"/>
      <dgm:spPr/>
    </dgm:pt>
    <dgm:pt modelId="{3FA5A687-F2E7-48D8-95D0-896B893375B6}" type="pres">
      <dgm:prSet presAssocID="{0FBA8912-CF77-40C0-B375-C621056E8EEF}" presName="compNode" presStyleCnt="0"/>
      <dgm:spPr/>
    </dgm:pt>
    <dgm:pt modelId="{06F69ECF-4615-41C4-978A-F88EF3E793E6}" type="pres">
      <dgm:prSet presAssocID="{0FBA8912-CF77-40C0-B375-C621056E8EE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C573EDBF-48E9-49F5-8382-E0E6226E4C8E}" type="pres">
      <dgm:prSet presAssocID="{0FBA8912-CF77-40C0-B375-C621056E8EEF}" presName="iconSpace" presStyleCnt="0"/>
      <dgm:spPr/>
    </dgm:pt>
    <dgm:pt modelId="{E481D871-8F9B-42CD-91E2-D1A296B8D241}" type="pres">
      <dgm:prSet presAssocID="{0FBA8912-CF77-40C0-B375-C621056E8EEF}" presName="parTx" presStyleLbl="revTx" presStyleIdx="6" presStyleCnt="10">
        <dgm:presLayoutVars>
          <dgm:chMax val="0"/>
          <dgm:chPref val="0"/>
        </dgm:presLayoutVars>
      </dgm:prSet>
      <dgm:spPr/>
    </dgm:pt>
    <dgm:pt modelId="{9421397C-1234-4433-88DB-32BA4C07E089}" type="pres">
      <dgm:prSet presAssocID="{0FBA8912-CF77-40C0-B375-C621056E8EEF}" presName="txSpace" presStyleCnt="0"/>
      <dgm:spPr/>
    </dgm:pt>
    <dgm:pt modelId="{9F273604-FD76-4129-8EC2-52B4D3F31211}" type="pres">
      <dgm:prSet presAssocID="{0FBA8912-CF77-40C0-B375-C621056E8EEF}" presName="desTx" presStyleLbl="revTx" presStyleIdx="7" presStyleCnt="10">
        <dgm:presLayoutVars/>
      </dgm:prSet>
      <dgm:spPr/>
    </dgm:pt>
    <dgm:pt modelId="{71A51A0C-4196-41E5-833D-DF816C261326}" type="pres">
      <dgm:prSet presAssocID="{C5942643-3D26-4D99-8A80-29B8AE5EE3CD}" presName="sibTrans" presStyleCnt="0"/>
      <dgm:spPr/>
    </dgm:pt>
    <dgm:pt modelId="{305EA357-6369-4B34-B22F-CF1805D0B610}" type="pres">
      <dgm:prSet presAssocID="{A707481F-2AB0-4F15-BC82-66836984CB9C}" presName="compNode" presStyleCnt="0"/>
      <dgm:spPr/>
    </dgm:pt>
    <dgm:pt modelId="{23420515-18EA-4AE5-9EFA-0BC8318BADCE}" type="pres">
      <dgm:prSet presAssocID="{A707481F-2AB0-4F15-BC82-66836984CB9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739FF430-0283-4A96-ACA3-DB0D989D6DF0}" type="pres">
      <dgm:prSet presAssocID="{A707481F-2AB0-4F15-BC82-66836984CB9C}" presName="iconSpace" presStyleCnt="0"/>
      <dgm:spPr/>
    </dgm:pt>
    <dgm:pt modelId="{4AD44FC1-9276-4DE2-BB06-3010403A6603}" type="pres">
      <dgm:prSet presAssocID="{A707481F-2AB0-4F15-BC82-66836984CB9C}" presName="parTx" presStyleLbl="revTx" presStyleIdx="8" presStyleCnt="10">
        <dgm:presLayoutVars>
          <dgm:chMax val="0"/>
          <dgm:chPref val="0"/>
        </dgm:presLayoutVars>
      </dgm:prSet>
      <dgm:spPr/>
    </dgm:pt>
    <dgm:pt modelId="{09B3F689-6A86-4175-B59A-ED5403C8B2E3}" type="pres">
      <dgm:prSet presAssocID="{A707481F-2AB0-4F15-BC82-66836984CB9C}" presName="txSpace" presStyleCnt="0"/>
      <dgm:spPr/>
    </dgm:pt>
    <dgm:pt modelId="{953376B5-905B-44BB-AF94-AC569518AC91}" type="pres">
      <dgm:prSet presAssocID="{A707481F-2AB0-4F15-BC82-66836984CB9C}" presName="desTx" presStyleLbl="revTx" presStyleIdx="9" presStyleCnt="10">
        <dgm:presLayoutVars/>
      </dgm:prSet>
      <dgm:spPr/>
    </dgm:pt>
  </dgm:ptLst>
  <dgm:cxnLst>
    <dgm:cxn modelId="{9998EC02-0649-4A46-AE5C-09BC3FED6834}" type="presOf" srcId="{EA9BDC96-18CC-4664-81B4-BDFFC912FEFF}" destId="{953376B5-905B-44BB-AF94-AC569518AC91}" srcOrd="0" destOrd="0" presId="urn:microsoft.com/office/officeart/2018/2/layout/IconLabelDescriptionList"/>
    <dgm:cxn modelId="{9DE7251B-1341-4919-9AC7-F32A18BBE545}" type="presOf" srcId="{F67B162B-9FD6-43AA-BAA3-7C38796B8255}" destId="{FC783FD4-CAF9-477C-B5B5-413F6FBFD83E}" srcOrd="0" destOrd="0" presId="urn:microsoft.com/office/officeart/2018/2/layout/IconLabelDescriptionList"/>
    <dgm:cxn modelId="{94158F20-D863-4260-BCF2-B1F61196AC2B}" type="presOf" srcId="{E534D875-EBE7-4D03-9D8E-18BFB8C6C41B}" destId="{A4DB9E4D-F10B-4A07-91CB-8E16CD985125}" srcOrd="0" destOrd="0" presId="urn:microsoft.com/office/officeart/2018/2/layout/IconLabelDescriptionList"/>
    <dgm:cxn modelId="{65359933-AB7E-444C-9F26-8A7B0D2D5C07}" type="presOf" srcId="{0FBA8912-CF77-40C0-B375-C621056E8EEF}" destId="{E481D871-8F9B-42CD-91E2-D1A296B8D241}" srcOrd="0" destOrd="0" presId="urn:microsoft.com/office/officeart/2018/2/layout/IconLabelDescriptionList"/>
    <dgm:cxn modelId="{72C6F03C-D6B5-40D2-806F-DB02F5879D1A}" srcId="{0FBA8912-CF77-40C0-B375-C621056E8EEF}" destId="{226973D3-0E06-48D2-B272-6EC699E215BF}" srcOrd="1" destOrd="0" parTransId="{52754B1A-1110-4FA6-821E-F915DCFCEFA1}" sibTransId="{3DE88CD0-C9A2-4AB5-8D07-3E759516A01E}"/>
    <dgm:cxn modelId="{B6BFA03D-F16A-4735-A910-7A3B6BAE25DB}" type="presOf" srcId="{0CEA90C6-95AD-49BF-ABF9-43E38ABE87B7}" destId="{32BEEDCF-2A36-404B-A569-5D7CD2FB620F}" srcOrd="0" destOrd="0" presId="urn:microsoft.com/office/officeart/2018/2/layout/IconLabelDescriptionList"/>
    <dgm:cxn modelId="{A87AE63E-E3AF-406C-99BC-893DAB40D191}" type="presOf" srcId="{F3DA25FA-08BC-4F16-A924-B569F3A25A44}" destId="{9F273604-FD76-4129-8EC2-52B4D3F31211}" srcOrd="0" destOrd="0" presId="urn:microsoft.com/office/officeart/2018/2/layout/IconLabelDescriptionList"/>
    <dgm:cxn modelId="{236D3B3F-2F0D-4354-8F46-0C4ABC7B5E88}" type="presOf" srcId="{4D4827B9-EE62-4BB7-BA72-BE7E7C623833}" destId="{EBC70D92-DB14-4979-B5BD-A08B3D65DA6C}" srcOrd="0" destOrd="0" presId="urn:microsoft.com/office/officeart/2018/2/layout/IconLabelDescriptionList"/>
    <dgm:cxn modelId="{4FCF325C-BA0D-411E-AA52-87BFFCEFE28E}" srcId="{EA9BDC96-18CC-4664-81B4-BDFFC912FEFF}" destId="{15704603-1142-4746-BB9A-BAA95D401D40}" srcOrd="2" destOrd="0" parTransId="{D29C72E7-F808-4D95-B2EB-0556FB091C00}" sibTransId="{3C839277-2A16-44D5-AF00-66FDDFA88ECC}"/>
    <dgm:cxn modelId="{F233A95D-46E0-44DD-B6D1-26C63E0D292E}" srcId="{A707481F-2AB0-4F15-BC82-66836984CB9C}" destId="{EA9BDC96-18CC-4664-81B4-BDFFC912FEFF}" srcOrd="0" destOrd="0" parTransId="{3CC9FE41-50A5-4482-9C14-FFE1CF21E86F}" sibTransId="{AF3B8352-259C-4599-829A-67462312B232}"/>
    <dgm:cxn modelId="{43388C60-6A2D-48B4-8D97-E01073A03051}" type="presOf" srcId="{A1015ED2-8402-4044-A445-9519C08EFC30}" destId="{B8EDEF5C-91B9-400F-9F31-944D6758078D}" srcOrd="0" destOrd="1" presId="urn:microsoft.com/office/officeart/2018/2/layout/IconLabelDescriptionList"/>
    <dgm:cxn modelId="{0CCD6A66-811C-4B83-9E53-D9473EFE8D42}" type="presOf" srcId="{0D8D86FD-B7F4-48C0-8FDA-1D7B3B6E2844}" destId="{953376B5-905B-44BB-AF94-AC569518AC91}" srcOrd="0" destOrd="1" presId="urn:microsoft.com/office/officeart/2018/2/layout/IconLabelDescriptionList"/>
    <dgm:cxn modelId="{D18E4469-13D9-4261-9050-3D11D5DBAC13}" type="presOf" srcId="{749552C3-6F0F-40FD-87DA-05CCF180FCD1}" destId="{B8EDEF5C-91B9-400F-9F31-944D6758078D}" srcOrd="0" destOrd="0" presId="urn:microsoft.com/office/officeart/2018/2/layout/IconLabelDescriptionList"/>
    <dgm:cxn modelId="{37DAD649-14B2-4A62-8457-B165414A2249}" type="presOf" srcId="{C9639988-58E6-4FBB-9EF3-EB66725C255B}" destId="{FC783FD4-CAF9-477C-B5B5-413F6FBFD83E}" srcOrd="0" destOrd="1" presId="urn:microsoft.com/office/officeart/2018/2/layout/IconLabelDescriptionList"/>
    <dgm:cxn modelId="{DFFCFE49-6CCA-446F-9622-2D62E265E933}" srcId="{EA9BDC96-18CC-4664-81B4-BDFFC912FEFF}" destId="{FCE38D40-C853-41F3-9298-EF980CCDF669}" srcOrd="1" destOrd="0" parTransId="{CDC75388-3D70-4AD5-B3FF-23F358EB6CDE}" sibTransId="{03D011D5-45A8-4D8D-B873-92F963EB673C}"/>
    <dgm:cxn modelId="{9157996A-5D34-49B8-8246-CB8C659DE4B2}" srcId="{E534D875-EBE7-4D03-9D8E-18BFB8C6C41B}" destId="{A707481F-2AB0-4F15-BC82-66836984CB9C}" srcOrd="4" destOrd="0" parTransId="{A0228DD1-4D6E-4475-9A32-0BBA07087007}" sibTransId="{58AAA3E9-4810-4A00-A48E-C1AB78F937A0}"/>
    <dgm:cxn modelId="{EBEEAF6B-39B8-48E5-A6B5-B605984734C6}" srcId="{5C58706E-DF34-4640-A9DD-4CDA7705A110}" destId="{F89688AD-7EE4-466B-A415-355C7EFC7C95}" srcOrd="1" destOrd="0" parTransId="{C2D00EC4-244E-4C3A-B484-4EBD792C6761}" sibTransId="{ED655E68-3A5C-4BC1-88A5-D7DF5D4ECC03}"/>
    <dgm:cxn modelId="{B2A5F855-13B5-479A-A25C-C040D2866693}" type="presOf" srcId="{A707481F-2AB0-4F15-BC82-66836984CB9C}" destId="{4AD44FC1-9276-4DE2-BB06-3010403A6603}" srcOrd="0" destOrd="0" presId="urn:microsoft.com/office/officeart/2018/2/layout/IconLabelDescriptionList"/>
    <dgm:cxn modelId="{A91AB259-940C-45C9-A452-26FA3AEC60E5}" srcId="{0FBA8912-CF77-40C0-B375-C621056E8EEF}" destId="{F3DA25FA-08BC-4F16-A924-B569F3A25A44}" srcOrd="0" destOrd="0" parTransId="{D85DD4CA-358B-41ED-9AFD-4CF219B617E5}" sibTransId="{D645EC6C-3013-4E31-AC5A-4FB0F1C1AB37}"/>
    <dgm:cxn modelId="{FBA7BA59-64C6-4B61-810E-D5265038CF56}" type="presOf" srcId="{1501C804-2FDA-424A-948E-4D6650B18242}" destId="{552B4AFC-1980-4845-BD84-25CD87404788}" srcOrd="0" destOrd="0" presId="urn:microsoft.com/office/officeart/2018/2/layout/IconLabelDescriptionList"/>
    <dgm:cxn modelId="{AB54B37E-ADD9-4445-B42E-2C28EC3589BD}" srcId="{E534D875-EBE7-4D03-9D8E-18BFB8C6C41B}" destId="{1501C804-2FDA-424A-948E-4D6650B18242}" srcOrd="2" destOrd="0" parTransId="{EAEA068B-80F2-4A43-BA6B-DAE4E6404005}" sibTransId="{E88DECD4-4824-4E0E-AEFD-C2DA3D4E5F93}"/>
    <dgm:cxn modelId="{2F076D86-931A-4E91-9DAA-49D66E2FD1E0}" srcId="{4D4827B9-EE62-4BB7-BA72-BE7E7C623833}" destId="{A1015ED2-8402-4044-A445-9519C08EFC30}" srcOrd="1" destOrd="0" parTransId="{BE29439D-560B-41D8-8BC6-D81041D5A813}" sibTransId="{8B62F96D-60E2-482C-AD73-F874A073012A}"/>
    <dgm:cxn modelId="{8B83598D-6105-4839-BB89-E5CA46A9F03C}" type="presOf" srcId="{F89688AD-7EE4-466B-A415-355C7EFC7C95}" destId="{32BEEDCF-2A36-404B-A569-5D7CD2FB620F}" srcOrd="0" destOrd="1" presId="urn:microsoft.com/office/officeart/2018/2/layout/IconLabelDescriptionList"/>
    <dgm:cxn modelId="{5C267A8F-9222-45FD-9BEC-EBA6CD1228D3}" srcId="{EA9BDC96-18CC-4664-81B4-BDFFC912FEFF}" destId="{0D8D86FD-B7F4-48C0-8FDA-1D7B3B6E2844}" srcOrd="0" destOrd="0" parTransId="{A94324C0-7D3C-404C-9B67-DB1D10672827}" sibTransId="{B8BEDBD2-8863-4F08-871E-457F0AECE1F4}"/>
    <dgm:cxn modelId="{734CC19C-C0E0-4675-A387-3372F8B79D0E}" type="presOf" srcId="{226973D3-0E06-48D2-B272-6EC699E215BF}" destId="{9F273604-FD76-4129-8EC2-52B4D3F31211}" srcOrd="0" destOrd="1" presId="urn:microsoft.com/office/officeart/2018/2/layout/IconLabelDescriptionList"/>
    <dgm:cxn modelId="{4FCA26A3-60EB-47B3-B9AF-8AABBC56D1ED}" srcId="{E534D875-EBE7-4D03-9D8E-18BFB8C6C41B}" destId="{5C58706E-DF34-4640-A9DD-4CDA7705A110}" srcOrd="1" destOrd="0" parTransId="{018A45D6-8EBA-4760-9BB2-9E205AAFBBB9}" sibTransId="{656F611D-DA12-4BDE-9292-EF6D8FCEDC11}"/>
    <dgm:cxn modelId="{E36C36A8-A800-493D-8478-2822CDE7D82A}" srcId="{5C58706E-DF34-4640-A9DD-4CDA7705A110}" destId="{0CEA90C6-95AD-49BF-ABF9-43E38ABE87B7}" srcOrd="0" destOrd="0" parTransId="{B20389AE-0152-4B60-9F2D-833254D17D8E}" sibTransId="{49E8B699-4ECE-42EE-941B-63939C15AEE3}"/>
    <dgm:cxn modelId="{F9BBF8A9-BC6B-4A83-8F17-54F5803E429F}" type="presOf" srcId="{84F1F57F-6425-4A49-9D00-0F442660E372}" destId="{953376B5-905B-44BB-AF94-AC569518AC91}" srcOrd="0" destOrd="4" presId="urn:microsoft.com/office/officeart/2018/2/layout/IconLabelDescriptionList"/>
    <dgm:cxn modelId="{90224FB3-9A96-425E-8202-C4DD94E49BA1}" type="presOf" srcId="{FCE38D40-C853-41F3-9298-EF980CCDF669}" destId="{953376B5-905B-44BB-AF94-AC569518AC91}" srcOrd="0" destOrd="2" presId="urn:microsoft.com/office/officeart/2018/2/layout/IconLabelDescriptionList"/>
    <dgm:cxn modelId="{B98510B4-F5EC-4238-94FB-C6C63C8C5165}" srcId="{E534D875-EBE7-4D03-9D8E-18BFB8C6C41B}" destId="{4D4827B9-EE62-4BB7-BA72-BE7E7C623833}" srcOrd="0" destOrd="0" parTransId="{0A16D096-E9D7-4C5F-97AC-20BB35EA1CA4}" sibTransId="{EC7CB79E-20A6-4822-9FA5-821E60555E36}"/>
    <dgm:cxn modelId="{A75909B5-8842-47A7-9E13-EE4483223B0D}" srcId="{E534D875-EBE7-4D03-9D8E-18BFB8C6C41B}" destId="{0FBA8912-CF77-40C0-B375-C621056E8EEF}" srcOrd="3" destOrd="0" parTransId="{31ECF386-346F-4EF6-8D95-F115236B637A}" sibTransId="{C5942643-3D26-4D99-8A80-29B8AE5EE3CD}"/>
    <dgm:cxn modelId="{B7D3ABCC-07D0-4122-988A-A468DD15A017}" type="presOf" srcId="{5C58706E-DF34-4640-A9DD-4CDA7705A110}" destId="{0F499945-5BB1-4D4E-8789-F4F1FA6D2079}" srcOrd="0" destOrd="0" presId="urn:microsoft.com/office/officeart/2018/2/layout/IconLabelDescriptionList"/>
    <dgm:cxn modelId="{9D5B6CD0-6F70-4288-B683-8AE613FB5C1A}" srcId="{1501C804-2FDA-424A-948E-4D6650B18242}" destId="{C9639988-58E6-4FBB-9EF3-EB66725C255B}" srcOrd="1" destOrd="0" parTransId="{B5B07EFC-6995-445B-BBEB-9A9206999E27}" sibTransId="{3263E2F9-AD66-4C21-A6EC-51829F04BD1C}"/>
    <dgm:cxn modelId="{2108BEEC-7B30-4776-A10C-40BB7E9ECF2F}" srcId="{4D4827B9-EE62-4BB7-BA72-BE7E7C623833}" destId="{749552C3-6F0F-40FD-87DA-05CCF180FCD1}" srcOrd="0" destOrd="0" parTransId="{41055B6C-26C9-4578-96E1-9970F00F3FF1}" sibTransId="{6DAE4B40-47D3-41F7-8BC5-51B7718D44D6}"/>
    <dgm:cxn modelId="{108DB6ED-46B1-489D-A889-B7FD6BB7E893}" srcId="{1501C804-2FDA-424A-948E-4D6650B18242}" destId="{F67B162B-9FD6-43AA-BAA3-7C38796B8255}" srcOrd="0" destOrd="0" parTransId="{8E76DAAF-49EE-4184-BFD0-617D1A726B9F}" sibTransId="{A75C88D7-5848-41A1-ACA9-D2E5D7B514B5}"/>
    <dgm:cxn modelId="{B8099AFD-9D72-436F-B0C4-BBB03DCAA38B}" type="presOf" srcId="{15704603-1142-4746-BB9A-BAA95D401D40}" destId="{953376B5-905B-44BB-AF94-AC569518AC91}" srcOrd="0" destOrd="3" presId="urn:microsoft.com/office/officeart/2018/2/layout/IconLabelDescriptionList"/>
    <dgm:cxn modelId="{5F6E71FE-FAF5-4DBD-B4D5-38D1278A9E61}" srcId="{EA9BDC96-18CC-4664-81B4-BDFFC912FEFF}" destId="{84F1F57F-6425-4A49-9D00-0F442660E372}" srcOrd="3" destOrd="0" parTransId="{8D45AD20-B091-439B-86F0-FD7DE4CB9E39}" sibTransId="{C6A775C4-704A-4953-8F93-DC45075DE5ED}"/>
    <dgm:cxn modelId="{C89215D8-9DF7-4DD3-9451-3E1789331396}" type="presParOf" srcId="{A4DB9E4D-F10B-4A07-91CB-8E16CD985125}" destId="{AE300088-DF11-4761-9E4C-8FC6E713752A}" srcOrd="0" destOrd="0" presId="urn:microsoft.com/office/officeart/2018/2/layout/IconLabelDescriptionList"/>
    <dgm:cxn modelId="{E2C8B6EA-C2E3-4CE0-B462-E7D77359EE05}" type="presParOf" srcId="{AE300088-DF11-4761-9E4C-8FC6E713752A}" destId="{39E73CF8-479E-4389-B148-8DA95F3C3531}" srcOrd="0" destOrd="0" presId="urn:microsoft.com/office/officeart/2018/2/layout/IconLabelDescriptionList"/>
    <dgm:cxn modelId="{3405EA98-AB2C-484C-B471-501D0D239AF0}" type="presParOf" srcId="{AE300088-DF11-4761-9E4C-8FC6E713752A}" destId="{4B1DF74A-5B72-4F2C-8BED-E8FF33DFCD35}" srcOrd="1" destOrd="0" presId="urn:microsoft.com/office/officeart/2018/2/layout/IconLabelDescriptionList"/>
    <dgm:cxn modelId="{7AD0B1E8-B225-47A0-9AAC-040AA22DA443}" type="presParOf" srcId="{AE300088-DF11-4761-9E4C-8FC6E713752A}" destId="{EBC70D92-DB14-4979-B5BD-A08B3D65DA6C}" srcOrd="2" destOrd="0" presId="urn:microsoft.com/office/officeart/2018/2/layout/IconLabelDescriptionList"/>
    <dgm:cxn modelId="{EA42AB77-3924-40C9-BF51-D1278D3696DC}" type="presParOf" srcId="{AE300088-DF11-4761-9E4C-8FC6E713752A}" destId="{13921508-37F5-4DED-B060-B6079E65F152}" srcOrd="3" destOrd="0" presId="urn:microsoft.com/office/officeart/2018/2/layout/IconLabelDescriptionList"/>
    <dgm:cxn modelId="{4D0ED085-1DA2-4454-A135-61B42031DE92}" type="presParOf" srcId="{AE300088-DF11-4761-9E4C-8FC6E713752A}" destId="{B8EDEF5C-91B9-400F-9F31-944D6758078D}" srcOrd="4" destOrd="0" presId="urn:microsoft.com/office/officeart/2018/2/layout/IconLabelDescriptionList"/>
    <dgm:cxn modelId="{93F67098-3FA7-415D-BB1A-44EED5CED18E}" type="presParOf" srcId="{A4DB9E4D-F10B-4A07-91CB-8E16CD985125}" destId="{0979EB88-029D-4489-82A5-AF54FAB2FCE8}" srcOrd="1" destOrd="0" presId="urn:microsoft.com/office/officeart/2018/2/layout/IconLabelDescriptionList"/>
    <dgm:cxn modelId="{CFD1EC26-EA82-4491-A140-509069257ADD}" type="presParOf" srcId="{A4DB9E4D-F10B-4A07-91CB-8E16CD985125}" destId="{A3137239-1E2F-41CF-B204-D647CF0B9DF9}" srcOrd="2" destOrd="0" presId="urn:microsoft.com/office/officeart/2018/2/layout/IconLabelDescriptionList"/>
    <dgm:cxn modelId="{DFF91238-8C9B-4610-A56C-1765DC7E373D}" type="presParOf" srcId="{A3137239-1E2F-41CF-B204-D647CF0B9DF9}" destId="{021F8E9D-2500-4BD0-AAAE-622149238C6C}" srcOrd="0" destOrd="0" presId="urn:microsoft.com/office/officeart/2018/2/layout/IconLabelDescriptionList"/>
    <dgm:cxn modelId="{0A56D076-B2C3-406C-96ED-D481F9A856DD}" type="presParOf" srcId="{A3137239-1E2F-41CF-B204-D647CF0B9DF9}" destId="{9D86A0B3-0C3A-44D2-A60E-173A01B9F4CA}" srcOrd="1" destOrd="0" presId="urn:microsoft.com/office/officeart/2018/2/layout/IconLabelDescriptionList"/>
    <dgm:cxn modelId="{44235533-266E-4BB7-A65D-25DE55FD6187}" type="presParOf" srcId="{A3137239-1E2F-41CF-B204-D647CF0B9DF9}" destId="{0F499945-5BB1-4D4E-8789-F4F1FA6D2079}" srcOrd="2" destOrd="0" presId="urn:microsoft.com/office/officeart/2018/2/layout/IconLabelDescriptionList"/>
    <dgm:cxn modelId="{707F6713-D9A7-48CC-B54F-8206492545CD}" type="presParOf" srcId="{A3137239-1E2F-41CF-B204-D647CF0B9DF9}" destId="{A315539F-30BC-43DA-8966-1674334376C7}" srcOrd="3" destOrd="0" presId="urn:microsoft.com/office/officeart/2018/2/layout/IconLabelDescriptionList"/>
    <dgm:cxn modelId="{78AF5FD4-CF5A-4CAD-9E59-209B6B301E94}" type="presParOf" srcId="{A3137239-1E2F-41CF-B204-D647CF0B9DF9}" destId="{32BEEDCF-2A36-404B-A569-5D7CD2FB620F}" srcOrd="4" destOrd="0" presId="urn:microsoft.com/office/officeart/2018/2/layout/IconLabelDescriptionList"/>
    <dgm:cxn modelId="{2B9BC323-D8BE-4FA6-A509-9BD8ED6BB4A4}" type="presParOf" srcId="{A4DB9E4D-F10B-4A07-91CB-8E16CD985125}" destId="{A9B2045E-BF43-45E7-9469-F6915003C5AE}" srcOrd="3" destOrd="0" presId="urn:microsoft.com/office/officeart/2018/2/layout/IconLabelDescriptionList"/>
    <dgm:cxn modelId="{A214A05D-14C0-47B8-8115-5137E64EDCBF}" type="presParOf" srcId="{A4DB9E4D-F10B-4A07-91CB-8E16CD985125}" destId="{40B1DCAD-15FB-4C63-B969-1C2699638FAF}" srcOrd="4" destOrd="0" presId="urn:microsoft.com/office/officeart/2018/2/layout/IconLabelDescriptionList"/>
    <dgm:cxn modelId="{AF73917E-C804-47DF-8D30-3F8A4047BB0B}" type="presParOf" srcId="{40B1DCAD-15FB-4C63-B969-1C2699638FAF}" destId="{56BB8F9B-3D87-42E7-AD06-7BF460693470}" srcOrd="0" destOrd="0" presId="urn:microsoft.com/office/officeart/2018/2/layout/IconLabelDescriptionList"/>
    <dgm:cxn modelId="{C0491633-86EB-4FBB-B27B-7C9C6E665864}" type="presParOf" srcId="{40B1DCAD-15FB-4C63-B969-1C2699638FAF}" destId="{2C8838A0-EBAE-4861-A319-4E7317481FA7}" srcOrd="1" destOrd="0" presId="urn:microsoft.com/office/officeart/2018/2/layout/IconLabelDescriptionList"/>
    <dgm:cxn modelId="{512D0F56-D309-4C21-8D5E-E7F0DC5BCC7C}" type="presParOf" srcId="{40B1DCAD-15FB-4C63-B969-1C2699638FAF}" destId="{552B4AFC-1980-4845-BD84-25CD87404788}" srcOrd="2" destOrd="0" presId="urn:microsoft.com/office/officeart/2018/2/layout/IconLabelDescriptionList"/>
    <dgm:cxn modelId="{14930D46-2A9B-4585-9168-2768DBF8E177}" type="presParOf" srcId="{40B1DCAD-15FB-4C63-B969-1C2699638FAF}" destId="{9B72690A-B214-495E-871C-401329A010ED}" srcOrd="3" destOrd="0" presId="urn:microsoft.com/office/officeart/2018/2/layout/IconLabelDescriptionList"/>
    <dgm:cxn modelId="{8F7E614C-DF82-43BD-AB96-D94C79F6FA19}" type="presParOf" srcId="{40B1DCAD-15FB-4C63-B969-1C2699638FAF}" destId="{FC783FD4-CAF9-477C-B5B5-413F6FBFD83E}" srcOrd="4" destOrd="0" presId="urn:microsoft.com/office/officeart/2018/2/layout/IconLabelDescriptionList"/>
    <dgm:cxn modelId="{5A83950F-F3C3-4FB4-BA37-0F8EC07C883C}" type="presParOf" srcId="{A4DB9E4D-F10B-4A07-91CB-8E16CD985125}" destId="{3446DD00-1344-4226-A8A2-A8466AE42A3F}" srcOrd="5" destOrd="0" presId="urn:microsoft.com/office/officeart/2018/2/layout/IconLabelDescriptionList"/>
    <dgm:cxn modelId="{0CC2D4F5-30E2-47F1-A7C3-E85520526E54}" type="presParOf" srcId="{A4DB9E4D-F10B-4A07-91CB-8E16CD985125}" destId="{3FA5A687-F2E7-48D8-95D0-896B893375B6}" srcOrd="6" destOrd="0" presId="urn:microsoft.com/office/officeart/2018/2/layout/IconLabelDescriptionList"/>
    <dgm:cxn modelId="{D81A89C3-AD50-40A6-9272-0EE4B1CF69E3}" type="presParOf" srcId="{3FA5A687-F2E7-48D8-95D0-896B893375B6}" destId="{06F69ECF-4615-41C4-978A-F88EF3E793E6}" srcOrd="0" destOrd="0" presId="urn:microsoft.com/office/officeart/2018/2/layout/IconLabelDescriptionList"/>
    <dgm:cxn modelId="{9C8B3398-F3B6-4275-BDDD-9DC0BC6895FE}" type="presParOf" srcId="{3FA5A687-F2E7-48D8-95D0-896B893375B6}" destId="{C573EDBF-48E9-49F5-8382-E0E6226E4C8E}" srcOrd="1" destOrd="0" presId="urn:microsoft.com/office/officeart/2018/2/layout/IconLabelDescriptionList"/>
    <dgm:cxn modelId="{46E20EEA-9AAF-45FC-8980-062198D3860F}" type="presParOf" srcId="{3FA5A687-F2E7-48D8-95D0-896B893375B6}" destId="{E481D871-8F9B-42CD-91E2-D1A296B8D241}" srcOrd="2" destOrd="0" presId="urn:microsoft.com/office/officeart/2018/2/layout/IconLabelDescriptionList"/>
    <dgm:cxn modelId="{9520FA89-BCA3-4EBF-81F4-DE2176A1D3A7}" type="presParOf" srcId="{3FA5A687-F2E7-48D8-95D0-896B893375B6}" destId="{9421397C-1234-4433-88DB-32BA4C07E089}" srcOrd="3" destOrd="0" presId="urn:microsoft.com/office/officeart/2018/2/layout/IconLabelDescriptionList"/>
    <dgm:cxn modelId="{5FB38D6D-CA74-4210-93BB-EBB8316F5BF4}" type="presParOf" srcId="{3FA5A687-F2E7-48D8-95D0-896B893375B6}" destId="{9F273604-FD76-4129-8EC2-52B4D3F31211}" srcOrd="4" destOrd="0" presId="urn:microsoft.com/office/officeart/2018/2/layout/IconLabelDescriptionList"/>
    <dgm:cxn modelId="{B51F3E90-188E-45B3-A349-2A1081B3323D}" type="presParOf" srcId="{A4DB9E4D-F10B-4A07-91CB-8E16CD985125}" destId="{71A51A0C-4196-41E5-833D-DF816C261326}" srcOrd="7" destOrd="0" presId="urn:microsoft.com/office/officeart/2018/2/layout/IconLabelDescriptionList"/>
    <dgm:cxn modelId="{AD48953B-A328-4A3B-9803-28E4B78EEF30}" type="presParOf" srcId="{A4DB9E4D-F10B-4A07-91CB-8E16CD985125}" destId="{305EA357-6369-4B34-B22F-CF1805D0B610}" srcOrd="8" destOrd="0" presId="urn:microsoft.com/office/officeart/2018/2/layout/IconLabelDescriptionList"/>
    <dgm:cxn modelId="{16FD5C33-F28B-4EF4-B4C5-12B6443F1E81}" type="presParOf" srcId="{305EA357-6369-4B34-B22F-CF1805D0B610}" destId="{23420515-18EA-4AE5-9EFA-0BC8318BADCE}" srcOrd="0" destOrd="0" presId="urn:microsoft.com/office/officeart/2018/2/layout/IconLabelDescriptionList"/>
    <dgm:cxn modelId="{05F0F22D-860A-46F7-A073-1F21B2641D60}" type="presParOf" srcId="{305EA357-6369-4B34-B22F-CF1805D0B610}" destId="{739FF430-0283-4A96-ACA3-DB0D989D6DF0}" srcOrd="1" destOrd="0" presId="urn:microsoft.com/office/officeart/2018/2/layout/IconLabelDescriptionList"/>
    <dgm:cxn modelId="{74CB52FB-CE13-4C97-961B-111BC2D24C54}" type="presParOf" srcId="{305EA357-6369-4B34-B22F-CF1805D0B610}" destId="{4AD44FC1-9276-4DE2-BB06-3010403A6603}" srcOrd="2" destOrd="0" presId="urn:microsoft.com/office/officeart/2018/2/layout/IconLabelDescriptionList"/>
    <dgm:cxn modelId="{7347642B-2612-4CAE-8AB0-8E8B2634464D}" type="presParOf" srcId="{305EA357-6369-4B34-B22F-CF1805D0B610}" destId="{09B3F689-6A86-4175-B59A-ED5403C8B2E3}" srcOrd="3" destOrd="0" presId="urn:microsoft.com/office/officeart/2018/2/layout/IconLabelDescriptionList"/>
    <dgm:cxn modelId="{D6ED03C9-40A2-4BA6-961A-1FA76B592B3B}" type="presParOf" srcId="{305EA357-6369-4B34-B22F-CF1805D0B610}" destId="{953376B5-905B-44BB-AF94-AC569518AC9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C96FB4-13AB-4729-87EC-A564C05E81A4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B3636C-9BEA-4466-9345-965962FF87A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NZ" b="1"/>
            <a:t>Frontend</a:t>
          </a:r>
          <a:endParaRPr lang="en-US"/>
        </a:p>
      </dgm:t>
    </dgm:pt>
    <dgm:pt modelId="{A93931E6-F98E-4749-9291-FE1D8FF188F3}" type="parTrans" cxnId="{79993EC7-D067-4A5F-9687-5E692516BCFC}">
      <dgm:prSet/>
      <dgm:spPr/>
      <dgm:t>
        <a:bodyPr/>
        <a:lstStyle/>
        <a:p>
          <a:endParaRPr lang="en-US"/>
        </a:p>
      </dgm:t>
    </dgm:pt>
    <dgm:pt modelId="{8FB9D8BF-C29F-4184-8800-54E6FC02B3A4}" type="sibTrans" cxnId="{79993EC7-D067-4A5F-9687-5E692516BCFC}">
      <dgm:prSet/>
      <dgm:spPr/>
      <dgm:t>
        <a:bodyPr/>
        <a:lstStyle/>
        <a:p>
          <a:endParaRPr lang="en-US"/>
        </a:p>
      </dgm:t>
    </dgm:pt>
    <dgm:pt modelId="{6778286A-9891-43F3-B2CF-2008FB8B33B1}">
      <dgm:prSet/>
      <dgm:spPr/>
      <dgm:t>
        <a:bodyPr/>
        <a:lstStyle/>
        <a:p>
          <a:pPr>
            <a:lnSpc>
              <a:spcPct val="100000"/>
            </a:lnSpc>
          </a:pPr>
          <a:r>
            <a:rPr lang="en-NZ" dirty="0"/>
            <a:t>React + Vite – fast development and component-based UI</a:t>
          </a:r>
          <a:endParaRPr lang="en-US" dirty="0"/>
        </a:p>
      </dgm:t>
    </dgm:pt>
    <dgm:pt modelId="{B02941D3-C443-4347-89B9-4B9A2AFB7CA9}" type="parTrans" cxnId="{BD6D285B-3D1B-4E70-BFCD-3F03E5C63FF3}">
      <dgm:prSet/>
      <dgm:spPr/>
      <dgm:t>
        <a:bodyPr/>
        <a:lstStyle/>
        <a:p>
          <a:endParaRPr lang="en-US"/>
        </a:p>
      </dgm:t>
    </dgm:pt>
    <dgm:pt modelId="{110C1CB6-630E-4BDB-891C-911154C6C91F}" type="sibTrans" cxnId="{BD6D285B-3D1B-4E70-BFCD-3F03E5C63FF3}">
      <dgm:prSet/>
      <dgm:spPr/>
      <dgm:t>
        <a:bodyPr/>
        <a:lstStyle/>
        <a:p>
          <a:endParaRPr lang="en-US"/>
        </a:p>
      </dgm:t>
    </dgm:pt>
    <dgm:pt modelId="{8A35DA28-70E4-4A7A-B002-4DC8BACB4CD3}">
      <dgm:prSet/>
      <dgm:spPr/>
      <dgm:t>
        <a:bodyPr/>
        <a:lstStyle/>
        <a:p>
          <a:pPr>
            <a:lnSpc>
              <a:spcPct val="100000"/>
            </a:lnSpc>
          </a:pPr>
          <a:r>
            <a:rPr lang="en-NZ" dirty="0"/>
            <a:t>Tailwind CSS – utility-first, responsive styling</a:t>
          </a:r>
          <a:endParaRPr lang="en-US" dirty="0"/>
        </a:p>
      </dgm:t>
    </dgm:pt>
    <dgm:pt modelId="{3D274AB4-D906-46C1-A69D-807D269C4B21}" type="parTrans" cxnId="{B50CB5FB-D888-4B6A-BB77-2F9566EF7879}">
      <dgm:prSet/>
      <dgm:spPr/>
      <dgm:t>
        <a:bodyPr/>
        <a:lstStyle/>
        <a:p>
          <a:endParaRPr lang="en-US"/>
        </a:p>
      </dgm:t>
    </dgm:pt>
    <dgm:pt modelId="{3A15DA42-5776-4E3B-AE30-4F0FEC19CD33}" type="sibTrans" cxnId="{B50CB5FB-D888-4B6A-BB77-2F9566EF7879}">
      <dgm:prSet/>
      <dgm:spPr/>
      <dgm:t>
        <a:bodyPr/>
        <a:lstStyle/>
        <a:p>
          <a:endParaRPr lang="en-US"/>
        </a:p>
      </dgm:t>
    </dgm:pt>
    <dgm:pt modelId="{D01175D1-5C83-4BA0-AC03-ED9045FC93C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NZ" b="1"/>
            <a:t>Backend &amp; Data</a:t>
          </a:r>
          <a:endParaRPr lang="en-US"/>
        </a:p>
      </dgm:t>
    </dgm:pt>
    <dgm:pt modelId="{9031BE20-EAE8-41BB-AE72-81D39F09B8CC}" type="parTrans" cxnId="{F90E784B-9820-4A9A-99D6-C3479F12D571}">
      <dgm:prSet/>
      <dgm:spPr/>
      <dgm:t>
        <a:bodyPr/>
        <a:lstStyle/>
        <a:p>
          <a:endParaRPr lang="en-US"/>
        </a:p>
      </dgm:t>
    </dgm:pt>
    <dgm:pt modelId="{D0516947-4947-41F2-9A70-AA85599335BE}" type="sibTrans" cxnId="{F90E784B-9820-4A9A-99D6-C3479F12D571}">
      <dgm:prSet/>
      <dgm:spPr/>
      <dgm:t>
        <a:bodyPr/>
        <a:lstStyle/>
        <a:p>
          <a:endParaRPr lang="en-US"/>
        </a:p>
      </dgm:t>
    </dgm:pt>
    <dgm:pt modelId="{8D61A998-CF87-42DF-8434-26DAFA49A1E6}">
      <dgm:prSet/>
      <dgm:spPr/>
      <dgm:t>
        <a:bodyPr/>
        <a:lstStyle/>
        <a:p>
          <a:pPr>
            <a:lnSpc>
              <a:spcPct val="100000"/>
            </a:lnSpc>
          </a:pPr>
          <a:r>
            <a:rPr lang="en-NZ"/>
            <a:t>Firebase Authentication – login, register, reset password</a:t>
          </a:r>
          <a:endParaRPr lang="en-US"/>
        </a:p>
      </dgm:t>
    </dgm:pt>
    <dgm:pt modelId="{D331D8E5-1C7C-47DE-A244-A047337C0970}" type="parTrans" cxnId="{00AD7225-D6BA-49AB-8499-5B4C96A5DE30}">
      <dgm:prSet/>
      <dgm:spPr/>
      <dgm:t>
        <a:bodyPr/>
        <a:lstStyle/>
        <a:p>
          <a:endParaRPr lang="en-US"/>
        </a:p>
      </dgm:t>
    </dgm:pt>
    <dgm:pt modelId="{C1E75FB2-53C9-4314-8AEC-8E69A3C4097A}" type="sibTrans" cxnId="{00AD7225-D6BA-49AB-8499-5B4C96A5DE30}">
      <dgm:prSet/>
      <dgm:spPr/>
      <dgm:t>
        <a:bodyPr/>
        <a:lstStyle/>
        <a:p>
          <a:endParaRPr lang="en-US"/>
        </a:p>
      </dgm:t>
    </dgm:pt>
    <dgm:pt modelId="{D04ED22C-2A2D-4954-B16B-60CE5462B824}">
      <dgm:prSet/>
      <dgm:spPr/>
      <dgm:t>
        <a:bodyPr/>
        <a:lstStyle/>
        <a:p>
          <a:pPr>
            <a:lnSpc>
              <a:spcPct val="100000"/>
            </a:lnSpc>
          </a:pPr>
          <a:r>
            <a:rPr lang="en-NZ"/>
            <a:t>Firestore Database – stores:</a:t>
          </a:r>
          <a:endParaRPr lang="en-US"/>
        </a:p>
      </dgm:t>
    </dgm:pt>
    <dgm:pt modelId="{B8CC2B72-4FA5-4ED9-AE8E-06388C61AC23}" type="parTrans" cxnId="{E73D8562-EAD6-49A3-8DEE-88E86A644B8E}">
      <dgm:prSet/>
      <dgm:spPr/>
      <dgm:t>
        <a:bodyPr/>
        <a:lstStyle/>
        <a:p>
          <a:endParaRPr lang="en-US"/>
        </a:p>
      </dgm:t>
    </dgm:pt>
    <dgm:pt modelId="{3EEC99F8-684D-4416-94DF-06E4E29B82F7}" type="sibTrans" cxnId="{E73D8562-EAD6-49A3-8DEE-88E86A644B8E}">
      <dgm:prSet/>
      <dgm:spPr/>
      <dgm:t>
        <a:bodyPr/>
        <a:lstStyle/>
        <a:p>
          <a:endParaRPr lang="en-US"/>
        </a:p>
      </dgm:t>
    </dgm:pt>
    <dgm:pt modelId="{3643F9D1-3778-486A-9B13-304CA3D40701}">
      <dgm:prSet/>
      <dgm:spPr/>
      <dgm:t>
        <a:bodyPr/>
        <a:lstStyle/>
        <a:p>
          <a:r>
            <a:rPr lang="en-NZ" dirty="0"/>
            <a:t>Users</a:t>
          </a:r>
          <a:endParaRPr lang="en-US" dirty="0"/>
        </a:p>
      </dgm:t>
    </dgm:pt>
    <dgm:pt modelId="{CC89E140-1DF9-4A1D-81D7-5708EBEA14F8}" type="parTrans" cxnId="{6AD0CE76-C531-4FAE-AB10-48B45378C6DE}">
      <dgm:prSet/>
      <dgm:spPr/>
      <dgm:t>
        <a:bodyPr/>
        <a:lstStyle/>
        <a:p>
          <a:endParaRPr lang="en-US"/>
        </a:p>
      </dgm:t>
    </dgm:pt>
    <dgm:pt modelId="{15EA7B6B-89B1-4D93-98B8-4D3FB0E15CFB}" type="sibTrans" cxnId="{6AD0CE76-C531-4FAE-AB10-48B45378C6DE}">
      <dgm:prSet/>
      <dgm:spPr/>
      <dgm:t>
        <a:bodyPr/>
        <a:lstStyle/>
        <a:p>
          <a:endParaRPr lang="en-US"/>
        </a:p>
      </dgm:t>
    </dgm:pt>
    <dgm:pt modelId="{690E7A85-D281-411A-A6DF-F0086A2C8C64}">
      <dgm:prSet/>
      <dgm:spPr/>
      <dgm:t>
        <a:bodyPr/>
        <a:lstStyle/>
        <a:p>
          <a:r>
            <a:rPr lang="en-NZ"/>
            <a:t>Events</a:t>
          </a:r>
          <a:endParaRPr lang="en-US"/>
        </a:p>
      </dgm:t>
    </dgm:pt>
    <dgm:pt modelId="{EF0827A4-1607-41D0-B8AF-C0161DEA0CD7}" type="parTrans" cxnId="{85410180-C4A5-425A-99CB-F33F410442C1}">
      <dgm:prSet/>
      <dgm:spPr/>
      <dgm:t>
        <a:bodyPr/>
        <a:lstStyle/>
        <a:p>
          <a:endParaRPr lang="en-US"/>
        </a:p>
      </dgm:t>
    </dgm:pt>
    <dgm:pt modelId="{AA0DEA83-F0C1-4A52-8AD3-2688FF37A358}" type="sibTrans" cxnId="{85410180-C4A5-425A-99CB-F33F410442C1}">
      <dgm:prSet/>
      <dgm:spPr/>
      <dgm:t>
        <a:bodyPr/>
        <a:lstStyle/>
        <a:p>
          <a:endParaRPr lang="en-US"/>
        </a:p>
      </dgm:t>
    </dgm:pt>
    <dgm:pt modelId="{F6187944-5F01-4BEA-A981-75696D6BA042}">
      <dgm:prSet/>
      <dgm:spPr/>
      <dgm:t>
        <a:bodyPr/>
        <a:lstStyle/>
        <a:p>
          <a:r>
            <a:rPr lang="en-NZ"/>
            <a:t>Join Requests (attendees)</a:t>
          </a:r>
          <a:endParaRPr lang="en-US"/>
        </a:p>
      </dgm:t>
    </dgm:pt>
    <dgm:pt modelId="{CAFF25CD-4ECD-4F96-8DC8-36FF2B80087F}" type="parTrans" cxnId="{DCF5C64E-8FE1-4992-9C3B-410A54C0D1B2}">
      <dgm:prSet/>
      <dgm:spPr/>
      <dgm:t>
        <a:bodyPr/>
        <a:lstStyle/>
        <a:p>
          <a:endParaRPr lang="en-US"/>
        </a:p>
      </dgm:t>
    </dgm:pt>
    <dgm:pt modelId="{93BC6093-72F2-489E-875C-87A64DB1C687}" type="sibTrans" cxnId="{DCF5C64E-8FE1-4992-9C3B-410A54C0D1B2}">
      <dgm:prSet/>
      <dgm:spPr/>
      <dgm:t>
        <a:bodyPr/>
        <a:lstStyle/>
        <a:p>
          <a:endParaRPr lang="en-US"/>
        </a:p>
      </dgm:t>
    </dgm:pt>
    <dgm:pt modelId="{AC6A55BA-51B4-4557-88BF-8610CFE45631}">
      <dgm:prSet/>
      <dgm:spPr/>
      <dgm:t>
        <a:bodyPr/>
        <a:lstStyle/>
        <a:p>
          <a:r>
            <a:rPr lang="en-NZ"/>
            <a:t>Sports, Cities, Areas</a:t>
          </a:r>
          <a:endParaRPr lang="en-US"/>
        </a:p>
      </dgm:t>
    </dgm:pt>
    <dgm:pt modelId="{B0E3E47F-742F-4FD4-A49F-401791AF6D37}" type="parTrans" cxnId="{4B59F739-ADEB-40A1-A1E7-29B863548A27}">
      <dgm:prSet/>
      <dgm:spPr/>
      <dgm:t>
        <a:bodyPr/>
        <a:lstStyle/>
        <a:p>
          <a:endParaRPr lang="en-US"/>
        </a:p>
      </dgm:t>
    </dgm:pt>
    <dgm:pt modelId="{3F7FD7CE-10D2-4F9A-B632-2E5CA781D87B}" type="sibTrans" cxnId="{4B59F739-ADEB-40A1-A1E7-29B863548A27}">
      <dgm:prSet/>
      <dgm:spPr/>
      <dgm:t>
        <a:bodyPr/>
        <a:lstStyle/>
        <a:p>
          <a:endParaRPr lang="en-US"/>
        </a:p>
      </dgm:t>
    </dgm:pt>
    <dgm:pt modelId="{A6CDFBAE-3ADF-40B1-84BC-6AC550B71C56}">
      <dgm:prSet/>
      <dgm:spPr/>
      <dgm:t>
        <a:bodyPr/>
        <a:lstStyle/>
        <a:p>
          <a:r>
            <a:rPr lang="en-NZ"/>
            <a:t>Logs</a:t>
          </a:r>
          <a:endParaRPr lang="en-US"/>
        </a:p>
      </dgm:t>
    </dgm:pt>
    <dgm:pt modelId="{43F4135B-F148-4814-91EA-D76EAA58AF15}" type="parTrans" cxnId="{A43727D8-3A76-4068-80EF-6F3B19608E4F}">
      <dgm:prSet/>
      <dgm:spPr/>
      <dgm:t>
        <a:bodyPr/>
        <a:lstStyle/>
        <a:p>
          <a:endParaRPr lang="en-US"/>
        </a:p>
      </dgm:t>
    </dgm:pt>
    <dgm:pt modelId="{FB7557AA-FCD7-4FB5-AE94-5EDBAAB3F8E4}" type="sibTrans" cxnId="{A43727D8-3A76-4068-80EF-6F3B19608E4F}">
      <dgm:prSet/>
      <dgm:spPr/>
      <dgm:t>
        <a:bodyPr/>
        <a:lstStyle/>
        <a:p>
          <a:endParaRPr lang="en-US"/>
        </a:p>
      </dgm:t>
    </dgm:pt>
    <dgm:pt modelId="{C5F4470A-8966-4DCC-8CDD-2AEEEB96697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NZ" b="1"/>
            <a:t>Other</a:t>
          </a:r>
          <a:endParaRPr lang="en-US"/>
        </a:p>
      </dgm:t>
    </dgm:pt>
    <dgm:pt modelId="{07977E37-003A-4335-9473-F454AF07FFAD}" type="parTrans" cxnId="{5A302DB0-1014-4F2F-8A54-580145BAE619}">
      <dgm:prSet/>
      <dgm:spPr/>
      <dgm:t>
        <a:bodyPr/>
        <a:lstStyle/>
        <a:p>
          <a:endParaRPr lang="en-US"/>
        </a:p>
      </dgm:t>
    </dgm:pt>
    <dgm:pt modelId="{59DE521B-4F4B-47AB-AEA8-A45A0F0BBA2B}" type="sibTrans" cxnId="{5A302DB0-1014-4F2F-8A54-580145BAE619}">
      <dgm:prSet/>
      <dgm:spPr/>
      <dgm:t>
        <a:bodyPr/>
        <a:lstStyle/>
        <a:p>
          <a:endParaRPr lang="en-US"/>
        </a:p>
      </dgm:t>
    </dgm:pt>
    <dgm:pt modelId="{B2FE30D0-614B-49E9-9130-8EDADA1B1B64}">
      <dgm:prSet/>
      <dgm:spPr/>
      <dgm:t>
        <a:bodyPr/>
        <a:lstStyle/>
        <a:p>
          <a:pPr>
            <a:lnSpc>
              <a:spcPct val="100000"/>
            </a:lnSpc>
          </a:pPr>
          <a:r>
            <a:rPr lang="en-NZ"/>
            <a:t>Firebase Cloud Messaging (FCM) – local event notifications</a:t>
          </a:r>
          <a:endParaRPr lang="en-US"/>
        </a:p>
      </dgm:t>
    </dgm:pt>
    <dgm:pt modelId="{58E8A239-9729-4C2C-85F4-70F9A5995445}" type="parTrans" cxnId="{000E31BD-3FC9-4D4E-A2FC-46714DADEAF8}">
      <dgm:prSet/>
      <dgm:spPr/>
      <dgm:t>
        <a:bodyPr/>
        <a:lstStyle/>
        <a:p>
          <a:endParaRPr lang="en-US"/>
        </a:p>
      </dgm:t>
    </dgm:pt>
    <dgm:pt modelId="{852AF85D-8678-4870-832C-0A2B740AE127}" type="sibTrans" cxnId="{000E31BD-3FC9-4D4E-A2FC-46714DADEAF8}">
      <dgm:prSet/>
      <dgm:spPr/>
      <dgm:t>
        <a:bodyPr/>
        <a:lstStyle/>
        <a:p>
          <a:endParaRPr lang="en-US"/>
        </a:p>
      </dgm:t>
    </dgm:pt>
    <dgm:pt modelId="{1E86FA99-8A19-4FEC-890D-4C90EF5893C7}">
      <dgm:prSet/>
      <dgm:spPr/>
      <dgm:t>
        <a:bodyPr/>
        <a:lstStyle/>
        <a:p>
          <a:pPr>
            <a:lnSpc>
              <a:spcPct val="100000"/>
            </a:lnSpc>
          </a:pPr>
          <a:r>
            <a:rPr lang="en-NZ"/>
            <a:t>React Context API – global auth and app state</a:t>
          </a:r>
          <a:endParaRPr lang="en-US"/>
        </a:p>
      </dgm:t>
    </dgm:pt>
    <dgm:pt modelId="{DF2B8E86-7975-4345-B54E-9A13D290D085}" type="parTrans" cxnId="{3689F177-8E49-422B-AC83-B81006B72C7F}">
      <dgm:prSet/>
      <dgm:spPr/>
      <dgm:t>
        <a:bodyPr/>
        <a:lstStyle/>
        <a:p>
          <a:endParaRPr lang="en-US"/>
        </a:p>
      </dgm:t>
    </dgm:pt>
    <dgm:pt modelId="{49341871-4C72-4CFC-BCC2-ED281EAB768E}" type="sibTrans" cxnId="{3689F177-8E49-422B-AC83-B81006B72C7F}">
      <dgm:prSet/>
      <dgm:spPr/>
      <dgm:t>
        <a:bodyPr/>
        <a:lstStyle/>
        <a:p>
          <a:endParaRPr lang="en-US"/>
        </a:p>
      </dgm:t>
    </dgm:pt>
    <dgm:pt modelId="{88AF738A-2C1D-4D5C-8777-5F54E30B15B6}">
      <dgm:prSet/>
      <dgm:spPr/>
      <dgm:t>
        <a:bodyPr/>
        <a:lstStyle/>
        <a:p>
          <a:pPr>
            <a:lnSpc>
              <a:spcPct val="100000"/>
            </a:lnSpc>
          </a:pPr>
          <a:r>
            <a:rPr lang="en-NZ"/>
            <a:t>Custom Hooks – modular logic for modals, confirmations, etc.</a:t>
          </a:r>
          <a:endParaRPr lang="en-US"/>
        </a:p>
      </dgm:t>
    </dgm:pt>
    <dgm:pt modelId="{01442752-9E08-4039-AAC1-943A00196EC8}" type="parTrans" cxnId="{530FB11B-31CC-4A4B-B474-5D29433EACEC}">
      <dgm:prSet/>
      <dgm:spPr/>
      <dgm:t>
        <a:bodyPr/>
        <a:lstStyle/>
        <a:p>
          <a:endParaRPr lang="en-US"/>
        </a:p>
      </dgm:t>
    </dgm:pt>
    <dgm:pt modelId="{1BAEE6BD-360A-42C4-9269-5694784F3F88}" type="sibTrans" cxnId="{530FB11B-31CC-4A4B-B474-5D29433EACEC}">
      <dgm:prSet/>
      <dgm:spPr/>
      <dgm:t>
        <a:bodyPr/>
        <a:lstStyle/>
        <a:p>
          <a:endParaRPr lang="en-US"/>
        </a:p>
      </dgm:t>
    </dgm:pt>
    <dgm:pt modelId="{E8D7B8D6-3667-4506-90E2-96FE334AD625}" type="pres">
      <dgm:prSet presAssocID="{2BC96FB4-13AB-4729-87EC-A564C05E81A4}" presName="root" presStyleCnt="0">
        <dgm:presLayoutVars>
          <dgm:dir/>
          <dgm:resizeHandles val="exact"/>
        </dgm:presLayoutVars>
      </dgm:prSet>
      <dgm:spPr/>
    </dgm:pt>
    <dgm:pt modelId="{EA1A1C9B-2B8E-4269-8A86-59948D517FA4}" type="pres">
      <dgm:prSet presAssocID="{81B3636C-9BEA-4466-9345-965962FF87A9}" presName="compNode" presStyleCnt="0"/>
      <dgm:spPr/>
    </dgm:pt>
    <dgm:pt modelId="{B6FC0D5C-DBAA-46BC-8611-9F4495B69F36}" type="pres">
      <dgm:prSet presAssocID="{81B3636C-9BEA-4466-9345-965962FF87A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C46BB6C-148A-4F9A-B971-1E8323F8F20B}" type="pres">
      <dgm:prSet presAssocID="{81B3636C-9BEA-4466-9345-965962FF87A9}" presName="iconSpace" presStyleCnt="0"/>
      <dgm:spPr/>
    </dgm:pt>
    <dgm:pt modelId="{1DE4EF0D-FF37-4CCF-8989-9EDC1B36B244}" type="pres">
      <dgm:prSet presAssocID="{81B3636C-9BEA-4466-9345-965962FF87A9}" presName="parTx" presStyleLbl="revTx" presStyleIdx="0" presStyleCnt="6">
        <dgm:presLayoutVars>
          <dgm:chMax val="0"/>
          <dgm:chPref val="0"/>
        </dgm:presLayoutVars>
      </dgm:prSet>
      <dgm:spPr/>
    </dgm:pt>
    <dgm:pt modelId="{E98566E2-F7D1-442F-861C-15E976295FF5}" type="pres">
      <dgm:prSet presAssocID="{81B3636C-9BEA-4466-9345-965962FF87A9}" presName="txSpace" presStyleCnt="0"/>
      <dgm:spPr/>
    </dgm:pt>
    <dgm:pt modelId="{A2938235-F012-453F-A596-9EBB2C9CD49E}" type="pres">
      <dgm:prSet presAssocID="{81B3636C-9BEA-4466-9345-965962FF87A9}" presName="desTx" presStyleLbl="revTx" presStyleIdx="1" presStyleCnt="6">
        <dgm:presLayoutVars/>
      </dgm:prSet>
      <dgm:spPr/>
    </dgm:pt>
    <dgm:pt modelId="{8A5F0D8E-9F56-4FE4-9D0B-F4133D4AC757}" type="pres">
      <dgm:prSet presAssocID="{8FB9D8BF-C29F-4184-8800-54E6FC02B3A4}" presName="sibTrans" presStyleCnt="0"/>
      <dgm:spPr/>
    </dgm:pt>
    <dgm:pt modelId="{0701F542-E4B3-4633-A411-A3F0F06F5AF0}" type="pres">
      <dgm:prSet presAssocID="{D01175D1-5C83-4BA0-AC03-ED9045FC93C0}" presName="compNode" presStyleCnt="0"/>
      <dgm:spPr/>
    </dgm:pt>
    <dgm:pt modelId="{7E31EDBB-2782-4843-BB5A-904A9E58DA8F}" type="pres">
      <dgm:prSet presAssocID="{D01175D1-5C83-4BA0-AC03-ED9045FC93C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55053A8-ED03-48E2-8ECB-876073011E6A}" type="pres">
      <dgm:prSet presAssocID="{D01175D1-5C83-4BA0-AC03-ED9045FC93C0}" presName="iconSpace" presStyleCnt="0"/>
      <dgm:spPr/>
    </dgm:pt>
    <dgm:pt modelId="{820CEF6B-998B-4421-A906-164986A2672B}" type="pres">
      <dgm:prSet presAssocID="{D01175D1-5C83-4BA0-AC03-ED9045FC93C0}" presName="parTx" presStyleLbl="revTx" presStyleIdx="2" presStyleCnt="6">
        <dgm:presLayoutVars>
          <dgm:chMax val="0"/>
          <dgm:chPref val="0"/>
        </dgm:presLayoutVars>
      </dgm:prSet>
      <dgm:spPr/>
    </dgm:pt>
    <dgm:pt modelId="{EE34FDC0-AB0C-431E-9E67-D7277D9D6231}" type="pres">
      <dgm:prSet presAssocID="{D01175D1-5C83-4BA0-AC03-ED9045FC93C0}" presName="txSpace" presStyleCnt="0"/>
      <dgm:spPr/>
    </dgm:pt>
    <dgm:pt modelId="{CD64FA10-9672-475B-AD19-57BAEB88B732}" type="pres">
      <dgm:prSet presAssocID="{D01175D1-5C83-4BA0-AC03-ED9045FC93C0}" presName="desTx" presStyleLbl="revTx" presStyleIdx="3" presStyleCnt="6">
        <dgm:presLayoutVars/>
      </dgm:prSet>
      <dgm:spPr/>
    </dgm:pt>
    <dgm:pt modelId="{E955B034-84FE-444E-A5B8-6DAF760CEA2F}" type="pres">
      <dgm:prSet presAssocID="{D0516947-4947-41F2-9A70-AA85599335BE}" presName="sibTrans" presStyleCnt="0"/>
      <dgm:spPr/>
    </dgm:pt>
    <dgm:pt modelId="{107CFAC3-CDA2-4130-B3B8-8BBD2B71D449}" type="pres">
      <dgm:prSet presAssocID="{C5F4470A-8966-4DCC-8CDD-2AEEEB966979}" presName="compNode" presStyleCnt="0"/>
      <dgm:spPr/>
    </dgm:pt>
    <dgm:pt modelId="{A78E7AEC-C2F7-4D11-9F0F-D91AC704B5E2}" type="pres">
      <dgm:prSet presAssocID="{C5F4470A-8966-4DCC-8CDD-2AEEEB96697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9A084465-9AA2-406B-B9CE-A5D171DE6A40}" type="pres">
      <dgm:prSet presAssocID="{C5F4470A-8966-4DCC-8CDD-2AEEEB966979}" presName="iconSpace" presStyleCnt="0"/>
      <dgm:spPr/>
    </dgm:pt>
    <dgm:pt modelId="{30B425FF-0E84-4AFC-8634-44E20F9E120D}" type="pres">
      <dgm:prSet presAssocID="{C5F4470A-8966-4DCC-8CDD-2AEEEB966979}" presName="parTx" presStyleLbl="revTx" presStyleIdx="4" presStyleCnt="6">
        <dgm:presLayoutVars>
          <dgm:chMax val="0"/>
          <dgm:chPref val="0"/>
        </dgm:presLayoutVars>
      </dgm:prSet>
      <dgm:spPr/>
    </dgm:pt>
    <dgm:pt modelId="{1DD07A97-9197-4BC4-92BD-C1EEB3C0F223}" type="pres">
      <dgm:prSet presAssocID="{C5F4470A-8966-4DCC-8CDD-2AEEEB966979}" presName="txSpace" presStyleCnt="0"/>
      <dgm:spPr/>
    </dgm:pt>
    <dgm:pt modelId="{A10EF8FA-17D2-48BE-B92C-6286CA48FC0C}" type="pres">
      <dgm:prSet presAssocID="{C5F4470A-8966-4DCC-8CDD-2AEEEB966979}" presName="desTx" presStyleLbl="revTx" presStyleIdx="5" presStyleCnt="6">
        <dgm:presLayoutVars/>
      </dgm:prSet>
      <dgm:spPr/>
    </dgm:pt>
  </dgm:ptLst>
  <dgm:cxnLst>
    <dgm:cxn modelId="{6E82A112-7005-4DF1-8C49-4A79224DD7B3}" type="presOf" srcId="{B2FE30D0-614B-49E9-9130-8EDADA1B1B64}" destId="{A10EF8FA-17D2-48BE-B92C-6286CA48FC0C}" srcOrd="0" destOrd="0" presId="urn:microsoft.com/office/officeart/2018/5/layout/CenteredIconLabelDescriptionList"/>
    <dgm:cxn modelId="{94A49D16-45D8-47FD-A114-BE961CE6EBBD}" type="presOf" srcId="{A6CDFBAE-3ADF-40B1-84BC-6AC550B71C56}" destId="{CD64FA10-9672-475B-AD19-57BAEB88B732}" srcOrd="0" destOrd="6" presId="urn:microsoft.com/office/officeart/2018/5/layout/CenteredIconLabelDescriptionList"/>
    <dgm:cxn modelId="{530FB11B-31CC-4A4B-B474-5D29433EACEC}" srcId="{C5F4470A-8966-4DCC-8CDD-2AEEEB966979}" destId="{88AF738A-2C1D-4D5C-8777-5F54E30B15B6}" srcOrd="2" destOrd="0" parTransId="{01442752-9E08-4039-AAC1-943A00196EC8}" sibTransId="{1BAEE6BD-360A-42C4-9269-5694784F3F88}"/>
    <dgm:cxn modelId="{00AD7225-D6BA-49AB-8499-5B4C96A5DE30}" srcId="{D01175D1-5C83-4BA0-AC03-ED9045FC93C0}" destId="{8D61A998-CF87-42DF-8434-26DAFA49A1E6}" srcOrd="0" destOrd="0" parTransId="{D331D8E5-1C7C-47DE-A244-A047337C0970}" sibTransId="{C1E75FB2-53C9-4314-8AEC-8E69A3C4097A}"/>
    <dgm:cxn modelId="{2F14E72D-36FB-4FC5-847F-985D41AE4AA4}" type="presOf" srcId="{8D61A998-CF87-42DF-8434-26DAFA49A1E6}" destId="{CD64FA10-9672-475B-AD19-57BAEB88B732}" srcOrd="0" destOrd="0" presId="urn:microsoft.com/office/officeart/2018/5/layout/CenteredIconLabelDescriptionList"/>
    <dgm:cxn modelId="{3335392F-0564-4386-AB09-A48DFC743569}" type="presOf" srcId="{88AF738A-2C1D-4D5C-8777-5F54E30B15B6}" destId="{A10EF8FA-17D2-48BE-B92C-6286CA48FC0C}" srcOrd="0" destOrd="2" presId="urn:microsoft.com/office/officeart/2018/5/layout/CenteredIconLabelDescriptionList"/>
    <dgm:cxn modelId="{4B59F739-ADEB-40A1-A1E7-29B863548A27}" srcId="{D04ED22C-2A2D-4954-B16B-60CE5462B824}" destId="{AC6A55BA-51B4-4557-88BF-8610CFE45631}" srcOrd="3" destOrd="0" parTransId="{B0E3E47F-742F-4FD4-A49F-401791AF6D37}" sibTransId="{3F7FD7CE-10D2-4F9A-B632-2E5CA781D87B}"/>
    <dgm:cxn modelId="{BD6D285B-3D1B-4E70-BFCD-3F03E5C63FF3}" srcId="{81B3636C-9BEA-4466-9345-965962FF87A9}" destId="{6778286A-9891-43F3-B2CF-2008FB8B33B1}" srcOrd="0" destOrd="0" parTransId="{B02941D3-C443-4347-89B9-4B9A2AFB7CA9}" sibTransId="{110C1CB6-630E-4BDB-891C-911154C6C91F}"/>
    <dgm:cxn modelId="{21966A5F-7820-473B-97D2-F6DFDC7EBEA7}" type="presOf" srcId="{AC6A55BA-51B4-4557-88BF-8610CFE45631}" destId="{CD64FA10-9672-475B-AD19-57BAEB88B732}" srcOrd="0" destOrd="5" presId="urn:microsoft.com/office/officeart/2018/5/layout/CenteredIconLabelDescriptionList"/>
    <dgm:cxn modelId="{E73D8562-EAD6-49A3-8DEE-88E86A644B8E}" srcId="{D01175D1-5C83-4BA0-AC03-ED9045FC93C0}" destId="{D04ED22C-2A2D-4954-B16B-60CE5462B824}" srcOrd="1" destOrd="0" parTransId="{B8CC2B72-4FA5-4ED9-AE8E-06388C61AC23}" sibTransId="{3EEC99F8-684D-4416-94DF-06E4E29B82F7}"/>
    <dgm:cxn modelId="{80BF344B-95DF-41D9-B91E-4BB72F0A9ABA}" type="presOf" srcId="{81B3636C-9BEA-4466-9345-965962FF87A9}" destId="{1DE4EF0D-FF37-4CCF-8989-9EDC1B36B244}" srcOrd="0" destOrd="0" presId="urn:microsoft.com/office/officeart/2018/5/layout/CenteredIconLabelDescriptionList"/>
    <dgm:cxn modelId="{F90E784B-9820-4A9A-99D6-C3479F12D571}" srcId="{2BC96FB4-13AB-4729-87EC-A564C05E81A4}" destId="{D01175D1-5C83-4BA0-AC03-ED9045FC93C0}" srcOrd="1" destOrd="0" parTransId="{9031BE20-EAE8-41BB-AE72-81D39F09B8CC}" sibTransId="{D0516947-4947-41F2-9A70-AA85599335BE}"/>
    <dgm:cxn modelId="{DCF5C64E-8FE1-4992-9C3B-410A54C0D1B2}" srcId="{D04ED22C-2A2D-4954-B16B-60CE5462B824}" destId="{F6187944-5F01-4BEA-A981-75696D6BA042}" srcOrd="2" destOrd="0" parTransId="{CAFF25CD-4ECD-4F96-8DC8-36FF2B80087F}" sibTransId="{93BC6093-72F2-489E-875C-87A64DB1C687}"/>
    <dgm:cxn modelId="{BAFC7354-187E-43C4-8D1D-2C6381D2265D}" type="presOf" srcId="{690E7A85-D281-411A-A6DF-F0086A2C8C64}" destId="{CD64FA10-9672-475B-AD19-57BAEB88B732}" srcOrd="0" destOrd="3" presId="urn:microsoft.com/office/officeart/2018/5/layout/CenteredIconLabelDescriptionList"/>
    <dgm:cxn modelId="{6AD0CE76-C531-4FAE-AB10-48B45378C6DE}" srcId="{D04ED22C-2A2D-4954-B16B-60CE5462B824}" destId="{3643F9D1-3778-486A-9B13-304CA3D40701}" srcOrd="0" destOrd="0" parTransId="{CC89E140-1DF9-4A1D-81D7-5708EBEA14F8}" sibTransId="{15EA7B6B-89B1-4D93-98B8-4D3FB0E15CFB}"/>
    <dgm:cxn modelId="{3689F177-8E49-422B-AC83-B81006B72C7F}" srcId="{C5F4470A-8966-4DCC-8CDD-2AEEEB966979}" destId="{1E86FA99-8A19-4FEC-890D-4C90EF5893C7}" srcOrd="1" destOrd="0" parTransId="{DF2B8E86-7975-4345-B54E-9A13D290D085}" sibTransId="{49341871-4C72-4CFC-BCC2-ED281EAB768E}"/>
    <dgm:cxn modelId="{CABF3D58-4C13-4C77-A2F1-9895BFB862A9}" type="presOf" srcId="{6778286A-9891-43F3-B2CF-2008FB8B33B1}" destId="{A2938235-F012-453F-A596-9EBB2C9CD49E}" srcOrd="0" destOrd="0" presId="urn:microsoft.com/office/officeart/2018/5/layout/CenteredIconLabelDescriptionList"/>
    <dgm:cxn modelId="{F6242E5A-67E9-4AA4-983B-BBC68CDF31F4}" type="presOf" srcId="{8A35DA28-70E4-4A7A-B002-4DC8BACB4CD3}" destId="{A2938235-F012-453F-A596-9EBB2C9CD49E}" srcOrd="0" destOrd="1" presId="urn:microsoft.com/office/officeart/2018/5/layout/CenteredIconLabelDescriptionList"/>
    <dgm:cxn modelId="{85410180-C4A5-425A-99CB-F33F410442C1}" srcId="{D04ED22C-2A2D-4954-B16B-60CE5462B824}" destId="{690E7A85-D281-411A-A6DF-F0086A2C8C64}" srcOrd="1" destOrd="0" parTransId="{EF0827A4-1607-41D0-B8AF-C0161DEA0CD7}" sibTransId="{AA0DEA83-F0C1-4A52-8AD3-2688FF37A358}"/>
    <dgm:cxn modelId="{9669B286-2D77-4D97-86FE-27BFFEE53470}" type="presOf" srcId="{D01175D1-5C83-4BA0-AC03-ED9045FC93C0}" destId="{820CEF6B-998B-4421-A906-164986A2672B}" srcOrd="0" destOrd="0" presId="urn:microsoft.com/office/officeart/2018/5/layout/CenteredIconLabelDescriptionList"/>
    <dgm:cxn modelId="{5AB7EE88-132C-4C9A-B5FB-4F1C09708CEC}" type="presOf" srcId="{1E86FA99-8A19-4FEC-890D-4C90EF5893C7}" destId="{A10EF8FA-17D2-48BE-B92C-6286CA48FC0C}" srcOrd="0" destOrd="1" presId="urn:microsoft.com/office/officeart/2018/5/layout/CenteredIconLabelDescriptionList"/>
    <dgm:cxn modelId="{9BE20CA4-0EF5-4317-A23D-E92C08583884}" type="presOf" srcId="{2BC96FB4-13AB-4729-87EC-A564C05E81A4}" destId="{E8D7B8D6-3667-4506-90E2-96FE334AD625}" srcOrd="0" destOrd="0" presId="urn:microsoft.com/office/officeart/2018/5/layout/CenteredIconLabelDescriptionList"/>
    <dgm:cxn modelId="{68C69DAE-C197-40C7-A3DD-0355A42DC637}" type="presOf" srcId="{3643F9D1-3778-486A-9B13-304CA3D40701}" destId="{CD64FA10-9672-475B-AD19-57BAEB88B732}" srcOrd="0" destOrd="2" presId="urn:microsoft.com/office/officeart/2018/5/layout/CenteredIconLabelDescriptionList"/>
    <dgm:cxn modelId="{5A302DB0-1014-4F2F-8A54-580145BAE619}" srcId="{2BC96FB4-13AB-4729-87EC-A564C05E81A4}" destId="{C5F4470A-8966-4DCC-8CDD-2AEEEB966979}" srcOrd="2" destOrd="0" parTransId="{07977E37-003A-4335-9473-F454AF07FFAD}" sibTransId="{59DE521B-4F4B-47AB-AEA8-A45A0F0BBA2B}"/>
    <dgm:cxn modelId="{528158B1-10F5-4738-9851-A222E1CBB4BF}" type="presOf" srcId="{D04ED22C-2A2D-4954-B16B-60CE5462B824}" destId="{CD64FA10-9672-475B-AD19-57BAEB88B732}" srcOrd="0" destOrd="1" presId="urn:microsoft.com/office/officeart/2018/5/layout/CenteredIconLabelDescriptionList"/>
    <dgm:cxn modelId="{000E31BD-3FC9-4D4E-A2FC-46714DADEAF8}" srcId="{C5F4470A-8966-4DCC-8CDD-2AEEEB966979}" destId="{B2FE30D0-614B-49E9-9130-8EDADA1B1B64}" srcOrd="0" destOrd="0" parTransId="{58E8A239-9729-4C2C-85F4-70F9A5995445}" sibTransId="{852AF85D-8678-4870-832C-0A2B740AE127}"/>
    <dgm:cxn modelId="{79993EC7-D067-4A5F-9687-5E692516BCFC}" srcId="{2BC96FB4-13AB-4729-87EC-A564C05E81A4}" destId="{81B3636C-9BEA-4466-9345-965962FF87A9}" srcOrd="0" destOrd="0" parTransId="{A93931E6-F98E-4749-9291-FE1D8FF188F3}" sibTransId="{8FB9D8BF-C29F-4184-8800-54E6FC02B3A4}"/>
    <dgm:cxn modelId="{804FFAD0-02E7-48D2-8C51-06E31991FB6B}" type="presOf" srcId="{F6187944-5F01-4BEA-A981-75696D6BA042}" destId="{CD64FA10-9672-475B-AD19-57BAEB88B732}" srcOrd="0" destOrd="4" presId="urn:microsoft.com/office/officeart/2018/5/layout/CenteredIconLabelDescriptionList"/>
    <dgm:cxn modelId="{36C2ECD5-2E6F-4C8E-B99F-13C2E271098F}" type="presOf" srcId="{C5F4470A-8966-4DCC-8CDD-2AEEEB966979}" destId="{30B425FF-0E84-4AFC-8634-44E20F9E120D}" srcOrd="0" destOrd="0" presId="urn:microsoft.com/office/officeart/2018/5/layout/CenteredIconLabelDescriptionList"/>
    <dgm:cxn modelId="{A43727D8-3A76-4068-80EF-6F3B19608E4F}" srcId="{D04ED22C-2A2D-4954-B16B-60CE5462B824}" destId="{A6CDFBAE-3ADF-40B1-84BC-6AC550B71C56}" srcOrd="4" destOrd="0" parTransId="{43F4135B-F148-4814-91EA-D76EAA58AF15}" sibTransId="{FB7557AA-FCD7-4FB5-AE94-5EDBAAB3F8E4}"/>
    <dgm:cxn modelId="{B50CB5FB-D888-4B6A-BB77-2F9566EF7879}" srcId="{81B3636C-9BEA-4466-9345-965962FF87A9}" destId="{8A35DA28-70E4-4A7A-B002-4DC8BACB4CD3}" srcOrd="1" destOrd="0" parTransId="{3D274AB4-D906-46C1-A69D-807D269C4B21}" sibTransId="{3A15DA42-5776-4E3B-AE30-4F0FEC19CD33}"/>
    <dgm:cxn modelId="{EA92F832-9B69-4539-9A1C-FD9CB5BD573D}" type="presParOf" srcId="{E8D7B8D6-3667-4506-90E2-96FE334AD625}" destId="{EA1A1C9B-2B8E-4269-8A86-59948D517FA4}" srcOrd="0" destOrd="0" presId="urn:microsoft.com/office/officeart/2018/5/layout/CenteredIconLabelDescriptionList"/>
    <dgm:cxn modelId="{51BE291F-CB0F-47F5-AD56-CCC0DF8ED440}" type="presParOf" srcId="{EA1A1C9B-2B8E-4269-8A86-59948D517FA4}" destId="{B6FC0D5C-DBAA-46BC-8611-9F4495B69F36}" srcOrd="0" destOrd="0" presId="urn:microsoft.com/office/officeart/2018/5/layout/CenteredIconLabelDescriptionList"/>
    <dgm:cxn modelId="{6E85BB6D-C89C-4736-A570-211B8C980A1A}" type="presParOf" srcId="{EA1A1C9B-2B8E-4269-8A86-59948D517FA4}" destId="{BC46BB6C-148A-4F9A-B971-1E8323F8F20B}" srcOrd="1" destOrd="0" presId="urn:microsoft.com/office/officeart/2018/5/layout/CenteredIconLabelDescriptionList"/>
    <dgm:cxn modelId="{77A6A869-E1E0-4BF8-9309-6B61B1227FC2}" type="presParOf" srcId="{EA1A1C9B-2B8E-4269-8A86-59948D517FA4}" destId="{1DE4EF0D-FF37-4CCF-8989-9EDC1B36B244}" srcOrd="2" destOrd="0" presId="urn:microsoft.com/office/officeart/2018/5/layout/CenteredIconLabelDescriptionList"/>
    <dgm:cxn modelId="{CD2B26D8-8E35-480D-B339-CC0C00417D21}" type="presParOf" srcId="{EA1A1C9B-2B8E-4269-8A86-59948D517FA4}" destId="{E98566E2-F7D1-442F-861C-15E976295FF5}" srcOrd="3" destOrd="0" presId="urn:microsoft.com/office/officeart/2018/5/layout/CenteredIconLabelDescriptionList"/>
    <dgm:cxn modelId="{1D2000FA-5758-405A-80B8-AB9F14038385}" type="presParOf" srcId="{EA1A1C9B-2B8E-4269-8A86-59948D517FA4}" destId="{A2938235-F012-453F-A596-9EBB2C9CD49E}" srcOrd="4" destOrd="0" presId="urn:microsoft.com/office/officeart/2018/5/layout/CenteredIconLabelDescriptionList"/>
    <dgm:cxn modelId="{9054A8DC-6266-4AF0-94D4-F8F090EA5A46}" type="presParOf" srcId="{E8D7B8D6-3667-4506-90E2-96FE334AD625}" destId="{8A5F0D8E-9F56-4FE4-9D0B-F4133D4AC757}" srcOrd="1" destOrd="0" presId="urn:microsoft.com/office/officeart/2018/5/layout/CenteredIconLabelDescriptionList"/>
    <dgm:cxn modelId="{5D4BBE38-2FAB-4C07-884E-C2388E4E51BD}" type="presParOf" srcId="{E8D7B8D6-3667-4506-90E2-96FE334AD625}" destId="{0701F542-E4B3-4633-A411-A3F0F06F5AF0}" srcOrd="2" destOrd="0" presId="urn:microsoft.com/office/officeart/2018/5/layout/CenteredIconLabelDescriptionList"/>
    <dgm:cxn modelId="{75069588-E774-4B75-98AA-D3C6398AE250}" type="presParOf" srcId="{0701F542-E4B3-4633-A411-A3F0F06F5AF0}" destId="{7E31EDBB-2782-4843-BB5A-904A9E58DA8F}" srcOrd="0" destOrd="0" presId="urn:microsoft.com/office/officeart/2018/5/layout/CenteredIconLabelDescriptionList"/>
    <dgm:cxn modelId="{4C1A4B48-96FB-486A-B181-74D7BE7878CC}" type="presParOf" srcId="{0701F542-E4B3-4633-A411-A3F0F06F5AF0}" destId="{C55053A8-ED03-48E2-8ECB-876073011E6A}" srcOrd="1" destOrd="0" presId="urn:microsoft.com/office/officeart/2018/5/layout/CenteredIconLabelDescriptionList"/>
    <dgm:cxn modelId="{EFAA3FB3-DBC6-4154-8CF0-EDC550241D08}" type="presParOf" srcId="{0701F542-E4B3-4633-A411-A3F0F06F5AF0}" destId="{820CEF6B-998B-4421-A906-164986A2672B}" srcOrd="2" destOrd="0" presId="urn:microsoft.com/office/officeart/2018/5/layout/CenteredIconLabelDescriptionList"/>
    <dgm:cxn modelId="{4C7F00B8-9F85-4C0C-A0C0-8D646C8E5739}" type="presParOf" srcId="{0701F542-E4B3-4633-A411-A3F0F06F5AF0}" destId="{EE34FDC0-AB0C-431E-9E67-D7277D9D6231}" srcOrd="3" destOrd="0" presId="urn:microsoft.com/office/officeart/2018/5/layout/CenteredIconLabelDescriptionList"/>
    <dgm:cxn modelId="{C702F41D-A248-4BC8-BEE6-6A5930625112}" type="presParOf" srcId="{0701F542-E4B3-4633-A411-A3F0F06F5AF0}" destId="{CD64FA10-9672-475B-AD19-57BAEB88B732}" srcOrd="4" destOrd="0" presId="urn:microsoft.com/office/officeart/2018/5/layout/CenteredIconLabelDescriptionList"/>
    <dgm:cxn modelId="{8F5324DA-A9DE-4F35-B3F2-8F6251E0A343}" type="presParOf" srcId="{E8D7B8D6-3667-4506-90E2-96FE334AD625}" destId="{E955B034-84FE-444E-A5B8-6DAF760CEA2F}" srcOrd="3" destOrd="0" presId="urn:microsoft.com/office/officeart/2018/5/layout/CenteredIconLabelDescriptionList"/>
    <dgm:cxn modelId="{A8E30E64-C929-418E-BD22-9C9C37C1F143}" type="presParOf" srcId="{E8D7B8D6-3667-4506-90E2-96FE334AD625}" destId="{107CFAC3-CDA2-4130-B3B8-8BBD2B71D449}" srcOrd="4" destOrd="0" presId="urn:microsoft.com/office/officeart/2018/5/layout/CenteredIconLabelDescriptionList"/>
    <dgm:cxn modelId="{F8B96C7C-9B56-4A6C-94C4-BEF26B977D6E}" type="presParOf" srcId="{107CFAC3-CDA2-4130-B3B8-8BBD2B71D449}" destId="{A78E7AEC-C2F7-4D11-9F0F-D91AC704B5E2}" srcOrd="0" destOrd="0" presId="urn:microsoft.com/office/officeart/2018/5/layout/CenteredIconLabelDescriptionList"/>
    <dgm:cxn modelId="{572A4E1E-B3EF-4DB8-85F9-24C9CAF20A27}" type="presParOf" srcId="{107CFAC3-CDA2-4130-B3B8-8BBD2B71D449}" destId="{9A084465-9AA2-406B-B9CE-A5D171DE6A40}" srcOrd="1" destOrd="0" presId="urn:microsoft.com/office/officeart/2018/5/layout/CenteredIconLabelDescriptionList"/>
    <dgm:cxn modelId="{DDC15767-CABF-443A-99C7-5C27D029DE66}" type="presParOf" srcId="{107CFAC3-CDA2-4130-B3B8-8BBD2B71D449}" destId="{30B425FF-0E84-4AFC-8634-44E20F9E120D}" srcOrd="2" destOrd="0" presId="urn:microsoft.com/office/officeart/2018/5/layout/CenteredIconLabelDescriptionList"/>
    <dgm:cxn modelId="{3DBEA6B3-C555-4EC7-BB52-3FED05838605}" type="presParOf" srcId="{107CFAC3-CDA2-4130-B3B8-8BBD2B71D449}" destId="{1DD07A97-9197-4BC4-92BD-C1EEB3C0F223}" srcOrd="3" destOrd="0" presId="urn:microsoft.com/office/officeart/2018/5/layout/CenteredIconLabelDescriptionList"/>
    <dgm:cxn modelId="{B481256A-FC9D-44EE-9A13-24DF9126B047}" type="presParOf" srcId="{107CFAC3-CDA2-4130-B3B8-8BBD2B71D449}" destId="{A10EF8FA-17D2-48BE-B92C-6286CA48FC0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FE776B-5739-4B59-83B6-33716F2AB74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D56893-F8F6-436F-A653-ADB9C639CA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SportsBuddy successfully delivers a complete system for discovering sports events, connecting players, and managing activities.</a:t>
          </a:r>
          <a:br>
            <a:rPr lang="en-US"/>
          </a:br>
          <a:r>
            <a:rPr lang="en-US"/>
            <a:t>The app provides:</a:t>
          </a:r>
        </a:p>
      </dgm:t>
    </dgm:pt>
    <dgm:pt modelId="{61B006A4-D8C3-4246-A180-D1E3A4F6F6AD}" type="parTrans" cxnId="{75211B8F-A3D5-41B1-BE18-AEF10FDA38BE}">
      <dgm:prSet/>
      <dgm:spPr/>
      <dgm:t>
        <a:bodyPr/>
        <a:lstStyle/>
        <a:p>
          <a:endParaRPr lang="en-US"/>
        </a:p>
      </dgm:t>
    </dgm:pt>
    <dgm:pt modelId="{97D6CFDD-E753-4C0F-B5F2-1689B9671381}" type="sibTrans" cxnId="{75211B8F-A3D5-41B1-BE18-AEF10FDA38BE}">
      <dgm:prSet/>
      <dgm:spPr/>
      <dgm:t>
        <a:bodyPr/>
        <a:lstStyle/>
        <a:p>
          <a:endParaRPr lang="en-US"/>
        </a:p>
      </dgm:t>
    </dgm:pt>
    <dgm:pt modelId="{380A52C0-2B0C-47D5-A40B-E9E92ACF74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Users</a:t>
          </a:r>
          <a:r>
            <a:rPr lang="en-US"/>
            <a:t>: event discovery, profile management, join requests, attendee matching.</a:t>
          </a:r>
        </a:p>
      </dgm:t>
    </dgm:pt>
    <dgm:pt modelId="{6EAA260F-3CBC-4641-A355-9BD5CE09E305}" type="parTrans" cxnId="{042C39FA-FF08-4A34-855E-CA4087D732CB}">
      <dgm:prSet/>
      <dgm:spPr/>
      <dgm:t>
        <a:bodyPr/>
        <a:lstStyle/>
        <a:p>
          <a:endParaRPr lang="en-US"/>
        </a:p>
      </dgm:t>
    </dgm:pt>
    <dgm:pt modelId="{076DC143-8C24-437B-A792-1A3634CD8BCD}" type="sibTrans" cxnId="{042C39FA-FF08-4A34-855E-CA4087D732CB}">
      <dgm:prSet/>
      <dgm:spPr/>
      <dgm:t>
        <a:bodyPr/>
        <a:lstStyle/>
        <a:p>
          <a:endParaRPr lang="en-US"/>
        </a:p>
      </dgm:t>
    </dgm:pt>
    <dgm:pt modelId="{0B5AAB61-8C59-4B06-8A5A-5EFD1FC85D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Event creators</a:t>
          </a:r>
          <a:r>
            <a:rPr lang="en-US"/>
            <a:t>: categorized attendee requests (Star/Sport/City Match) and full request control.</a:t>
          </a:r>
        </a:p>
      </dgm:t>
    </dgm:pt>
    <dgm:pt modelId="{27743616-CAED-43EE-B8E0-91D856F4397C}" type="parTrans" cxnId="{9FD3DC24-FB8C-4E3B-BC64-47914CF6FC21}">
      <dgm:prSet/>
      <dgm:spPr/>
      <dgm:t>
        <a:bodyPr/>
        <a:lstStyle/>
        <a:p>
          <a:endParaRPr lang="en-US"/>
        </a:p>
      </dgm:t>
    </dgm:pt>
    <dgm:pt modelId="{DD135DA9-20BB-4114-BDA7-CEEC07704214}" type="sibTrans" cxnId="{9FD3DC24-FB8C-4E3B-BC64-47914CF6FC21}">
      <dgm:prSet/>
      <dgm:spPr/>
      <dgm:t>
        <a:bodyPr/>
        <a:lstStyle/>
        <a:p>
          <a:endParaRPr lang="en-US"/>
        </a:p>
      </dgm:t>
    </dgm:pt>
    <dgm:pt modelId="{BE6D5D13-A0BA-4EE2-A816-4E0597A51C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Admins</a:t>
          </a:r>
          <a:r>
            <a:rPr lang="en-US"/>
            <a:t>: dashboard analytics, CRUD for sports/cities/areas/events, and system logs.</a:t>
          </a:r>
        </a:p>
      </dgm:t>
    </dgm:pt>
    <dgm:pt modelId="{2D73F527-FDFA-47C8-A96A-565ACD931F41}" type="parTrans" cxnId="{9598F6CA-2EDF-4BB8-91A7-FAC919C88616}">
      <dgm:prSet/>
      <dgm:spPr/>
      <dgm:t>
        <a:bodyPr/>
        <a:lstStyle/>
        <a:p>
          <a:endParaRPr lang="en-US"/>
        </a:p>
      </dgm:t>
    </dgm:pt>
    <dgm:pt modelId="{37F4042C-0ADA-4175-B65B-7626A1A5B101}" type="sibTrans" cxnId="{9598F6CA-2EDF-4BB8-91A7-FAC919C88616}">
      <dgm:prSet/>
      <dgm:spPr/>
      <dgm:t>
        <a:bodyPr/>
        <a:lstStyle/>
        <a:p>
          <a:endParaRPr lang="en-US"/>
        </a:p>
      </dgm:t>
    </dgm:pt>
    <dgm:pt modelId="{440AF1B3-A094-4A83-993E-930F98BC45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Built with React, Tailwind, Firebase Auth, and Firestore, the platform is responsive, secure, and scalable.</a:t>
          </a:r>
          <a:br>
            <a:rPr lang="en-US"/>
          </a:br>
          <a:r>
            <a:rPr lang="en-US"/>
            <a:t>SportsBuddy demonstrates how modern web technologies can solve real-world sports coordination challenges efficiently.</a:t>
          </a:r>
        </a:p>
      </dgm:t>
    </dgm:pt>
    <dgm:pt modelId="{2F315391-A4B2-458A-A494-458CED5FE72F}" type="parTrans" cxnId="{30A4E88E-82FC-4C3B-ABF3-1643BEA90F10}">
      <dgm:prSet/>
      <dgm:spPr/>
      <dgm:t>
        <a:bodyPr/>
        <a:lstStyle/>
        <a:p>
          <a:endParaRPr lang="en-US"/>
        </a:p>
      </dgm:t>
    </dgm:pt>
    <dgm:pt modelId="{06EC1486-AE85-4C8B-9D83-92A6B15031C8}" type="sibTrans" cxnId="{30A4E88E-82FC-4C3B-ABF3-1643BEA90F10}">
      <dgm:prSet/>
      <dgm:spPr/>
      <dgm:t>
        <a:bodyPr/>
        <a:lstStyle/>
        <a:p>
          <a:endParaRPr lang="en-US"/>
        </a:p>
      </dgm:t>
    </dgm:pt>
    <dgm:pt modelId="{711DED82-713B-4982-8ABF-38FA3B576C89}" type="pres">
      <dgm:prSet presAssocID="{1CFE776B-5739-4B59-83B6-33716F2AB745}" presName="root" presStyleCnt="0">
        <dgm:presLayoutVars>
          <dgm:dir/>
          <dgm:resizeHandles val="exact"/>
        </dgm:presLayoutVars>
      </dgm:prSet>
      <dgm:spPr/>
    </dgm:pt>
    <dgm:pt modelId="{1EC1402D-0C14-4026-A570-9002AD96D2B7}" type="pres">
      <dgm:prSet presAssocID="{ECD56893-F8F6-436F-A653-ADB9C639CAAB}" presName="compNode" presStyleCnt="0"/>
      <dgm:spPr/>
    </dgm:pt>
    <dgm:pt modelId="{81C295B3-E851-45BA-B2C7-0CACDE1C0851}" type="pres">
      <dgm:prSet presAssocID="{ECD56893-F8F6-436F-A653-ADB9C639CAAB}" presName="bgRect" presStyleLbl="bgShp" presStyleIdx="0" presStyleCnt="5"/>
      <dgm:spPr/>
    </dgm:pt>
    <dgm:pt modelId="{946A86C1-67F5-47BD-ABB4-3DE8EAF373DC}" type="pres">
      <dgm:prSet presAssocID="{ECD56893-F8F6-436F-A653-ADB9C639CAA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7EFE6CDA-8255-4050-8D71-26CB9AC6C783}" type="pres">
      <dgm:prSet presAssocID="{ECD56893-F8F6-436F-A653-ADB9C639CAAB}" presName="spaceRect" presStyleCnt="0"/>
      <dgm:spPr/>
    </dgm:pt>
    <dgm:pt modelId="{A5C163A9-8B52-4535-B343-D0D039F5181F}" type="pres">
      <dgm:prSet presAssocID="{ECD56893-F8F6-436F-A653-ADB9C639CAAB}" presName="parTx" presStyleLbl="revTx" presStyleIdx="0" presStyleCnt="5">
        <dgm:presLayoutVars>
          <dgm:chMax val="0"/>
          <dgm:chPref val="0"/>
        </dgm:presLayoutVars>
      </dgm:prSet>
      <dgm:spPr/>
    </dgm:pt>
    <dgm:pt modelId="{3C07B838-6552-4F0D-8BA9-9363BAAE8F71}" type="pres">
      <dgm:prSet presAssocID="{97D6CFDD-E753-4C0F-B5F2-1689B9671381}" presName="sibTrans" presStyleCnt="0"/>
      <dgm:spPr/>
    </dgm:pt>
    <dgm:pt modelId="{C11667C5-3274-40A6-8094-B025F1DB33FD}" type="pres">
      <dgm:prSet presAssocID="{380A52C0-2B0C-47D5-A40B-E9E92ACF7466}" presName="compNode" presStyleCnt="0"/>
      <dgm:spPr/>
    </dgm:pt>
    <dgm:pt modelId="{C570A8B0-F936-4D32-8FB1-BC887F6C02C3}" type="pres">
      <dgm:prSet presAssocID="{380A52C0-2B0C-47D5-A40B-E9E92ACF7466}" presName="bgRect" presStyleLbl="bgShp" presStyleIdx="1" presStyleCnt="5"/>
      <dgm:spPr/>
    </dgm:pt>
    <dgm:pt modelId="{0F162BCF-D0FF-41C7-921F-8994B55937AD}" type="pres">
      <dgm:prSet presAssocID="{380A52C0-2B0C-47D5-A40B-E9E92ACF746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9CD6160-E171-4997-B8D6-3D365AFC996A}" type="pres">
      <dgm:prSet presAssocID="{380A52C0-2B0C-47D5-A40B-E9E92ACF7466}" presName="spaceRect" presStyleCnt="0"/>
      <dgm:spPr/>
    </dgm:pt>
    <dgm:pt modelId="{1C77542E-6A13-4B10-AD2E-15E96C9DFC2E}" type="pres">
      <dgm:prSet presAssocID="{380A52C0-2B0C-47D5-A40B-E9E92ACF7466}" presName="parTx" presStyleLbl="revTx" presStyleIdx="1" presStyleCnt="5">
        <dgm:presLayoutVars>
          <dgm:chMax val="0"/>
          <dgm:chPref val="0"/>
        </dgm:presLayoutVars>
      </dgm:prSet>
      <dgm:spPr/>
    </dgm:pt>
    <dgm:pt modelId="{A445250F-9889-44B8-89DD-F4C9EAAB9C7F}" type="pres">
      <dgm:prSet presAssocID="{076DC143-8C24-437B-A792-1A3634CD8BCD}" presName="sibTrans" presStyleCnt="0"/>
      <dgm:spPr/>
    </dgm:pt>
    <dgm:pt modelId="{B173F402-A1A3-4956-91E8-62F02654F28E}" type="pres">
      <dgm:prSet presAssocID="{0B5AAB61-8C59-4B06-8A5A-5EFD1FC85DF1}" presName="compNode" presStyleCnt="0"/>
      <dgm:spPr/>
    </dgm:pt>
    <dgm:pt modelId="{1AB2E1BB-A104-41EB-B6B3-056215FACB6E}" type="pres">
      <dgm:prSet presAssocID="{0B5AAB61-8C59-4B06-8A5A-5EFD1FC85DF1}" presName="bgRect" presStyleLbl="bgShp" presStyleIdx="2" presStyleCnt="5"/>
      <dgm:spPr/>
    </dgm:pt>
    <dgm:pt modelId="{8E181A5D-9B87-4049-8419-755C224132EC}" type="pres">
      <dgm:prSet presAssocID="{0B5AAB61-8C59-4B06-8A5A-5EFD1FC85DF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05807005-E2FA-47DF-83A3-6CDE6AF5EDBC}" type="pres">
      <dgm:prSet presAssocID="{0B5AAB61-8C59-4B06-8A5A-5EFD1FC85DF1}" presName="spaceRect" presStyleCnt="0"/>
      <dgm:spPr/>
    </dgm:pt>
    <dgm:pt modelId="{E7315AF8-662C-4EA8-B6CC-F028F8F51448}" type="pres">
      <dgm:prSet presAssocID="{0B5AAB61-8C59-4B06-8A5A-5EFD1FC85DF1}" presName="parTx" presStyleLbl="revTx" presStyleIdx="2" presStyleCnt="5">
        <dgm:presLayoutVars>
          <dgm:chMax val="0"/>
          <dgm:chPref val="0"/>
        </dgm:presLayoutVars>
      </dgm:prSet>
      <dgm:spPr/>
    </dgm:pt>
    <dgm:pt modelId="{BA792FD2-D7A6-4B77-B784-F03C9286AB74}" type="pres">
      <dgm:prSet presAssocID="{DD135DA9-20BB-4114-BDA7-CEEC07704214}" presName="sibTrans" presStyleCnt="0"/>
      <dgm:spPr/>
    </dgm:pt>
    <dgm:pt modelId="{4CB39F5C-956C-4107-9B73-8307B20B38D7}" type="pres">
      <dgm:prSet presAssocID="{BE6D5D13-A0BA-4EE2-A816-4E0597A51C4C}" presName="compNode" presStyleCnt="0"/>
      <dgm:spPr/>
    </dgm:pt>
    <dgm:pt modelId="{5A887C5A-057A-447C-909C-438CC599306E}" type="pres">
      <dgm:prSet presAssocID="{BE6D5D13-A0BA-4EE2-A816-4E0597A51C4C}" presName="bgRect" presStyleLbl="bgShp" presStyleIdx="3" presStyleCnt="5"/>
      <dgm:spPr/>
    </dgm:pt>
    <dgm:pt modelId="{EDE90A91-FF6C-4CE8-AFDF-913A1689CD60}" type="pres">
      <dgm:prSet presAssocID="{BE6D5D13-A0BA-4EE2-A816-4E0597A51C4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3294D196-ACE4-406C-8010-89DCD94EC470}" type="pres">
      <dgm:prSet presAssocID="{BE6D5D13-A0BA-4EE2-A816-4E0597A51C4C}" presName="spaceRect" presStyleCnt="0"/>
      <dgm:spPr/>
    </dgm:pt>
    <dgm:pt modelId="{F54362BE-ECAA-47A7-85E7-F22EA51D3502}" type="pres">
      <dgm:prSet presAssocID="{BE6D5D13-A0BA-4EE2-A816-4E0597A51C4C}" presName="parTx" presStyleLbl="revTx" presStyleIdx="3" presStyleCnt="5">
        <dgm:presLayoutVars>
          <dgm:chMax val="0"/>
          <dgm:chPref val="0"/>
        </dgm:presLayoutVars>
      </dgm:prSet>
      <dgm:spPr/>
    </dgm:pt>
    <dgm:pt modelId="{D497253B-079E-415F-A263-684EE260F668}" type="pres">
      <dgm:prSet presAssocID="{37F4042C-0ADA-4175-B65B-7626A1A5B101}" presName="sibTrans" presStyleCnt="0"/>
      <dgm:spPr/>
    </dgm:pt>
    <dgm:pt modelId="{19525F41-76E9-4434-A101-5DBC69D529F9}" type="pres">
      <dgm:prSet presAssocID="{440AF1B3-A094-4A83-993E-930F98BC45CF}" presName="compNode" presStyleCnt="0"/>
      <dgm:spPr/>
    </dgm:pt>
    <dgm:pt modelId="{A8507EFF-C40A-4B17-964E-D56D6CBF9D17}" type="pres">
      <dgm:prSet presAssocID="{440AF1B3-A094-4A83-993E-930F98BC45CF}" presName="bgRect" presStyleLbl="bgShp" presStyleIdx="4" presStyleCnt="5"/>
      <dgm:spPr/>
    </dgm:pt>
    <dgm:pt modelId="{C4DB6B45-D649-48EA-A4C4-D8F4B8C45181}" type="pres">
      <dgm:prSet presAssocID="{440AF1B3-A094-4A83-993E-930F98BC45C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A8F82C73-FD16-4D10-9E21-BFD67C6B1BCA}" type="pres">
      <dgm:prSet presAssocID="{440AF1B3-A094-4A83-993E-930F98BC45CF}" presName="spaceRect" presStyleCnt="0"/>
      <dgm:spPr/>
    </dgm:pt>
    <dgm:pt modelId="{1ED44D8D-ECE3-43FE-93CD-AA671B3CA84A}" type="pres">
      <dgm:prSet presAssocID="{440AF1B3-A094-4A83-993E-930F98BC45C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8F7C901-4083-45EF-8805-3AC10D6FED9F}" type="presOf" srcId="{380A52C0-2B0C-47D5-A40B-E9E92ACF7466}" destId="{1C77542E-6A13-4B10-AD2E-15E96C9DFC2E}" srcOrd="0" destOrd="0" presId="urn:microsoft.com/office/officeart/2018/2/layout/IconVerticalSolidList"/>
    <dgm:cxn modelId="{A615A703-F2EC-47B0-AE5C-15B0B897D8FA}" type="presOf" srcId="{ECD56893-F8F6-436F-A653-ADB9C639CAAB}" destId="{A5C163A9-8B52-4535-B343-D0D039F5181F}" srcOrd="0" destOrd="0" presId="urn:microsoft.com/office/officeart/2018/2/layout/IconVerticalSolidList"/>
    <dgm:cxn modelId="{E79B0D0A-FEBB-44E7-AB1F-3AEAC6B9923C}" type="presOf" srcId="{BE6D5D13-A0BA-4EE2-A816-4E0597A51C4C}" destId="{F54362BE-ECAA-47A7-85E7-F22EA51D3502}" srcOrd="0" destOrd="0" presId="urn:microsoft.com/office/officeart/2018/2/layout/IconVerticalSolidList"/>
    <dgm:cxn modelId="{9FD3DC24-FB8C-4E3B-BC64-47914CF6FC21}" srcId="{1CFE776B-5739-4B59-83B6-33716F2AB745}" destId="{0B5AAB61-8C59-4B06-8A5A-5EFD1FC85DF1}" srcOrd="2" destOrd="0" parTransId="{27743616-CAED-43EE-B8E0-91D856F4397C}" sibTransId="{DD135DA9-20BB-4114-BDA7-CEEC07704214}"/>
    <dgm:cxn modelId="{32E64126-884F-439E-94C9-6B9E0D012F2D}" type="presOf" srcId="{0B5AAB61-8C59-4B06-8A5A-5EFD1FC85DF1}" destId="{E7315AF8-662C-4EA8-B6CC-F028F8F51448}" srcOrd="0" destOrd="0" presId="urn:microsoft.com/office/officeart/2018/2/layout/IconVerticalSolidList"/>
    <dgm:cxn modelId="{94069D39-CD99-456D-8DE2-E981E4415F02}" type="presOf" srcId="{1CFE776B-5739-4B59-83B6-33716F2AB745}" destId="{711DED82-713B-4982-8ABF-38FA3B576C89}" srcOrd="0" destOrd="0" presId="urn:microsoft.com/office/officeart/2018/2/layout/IconVerticalSolidList"/>
    <dgm:cxn modelId="{30A4E88E-82FC-4C3B-ABF3-1643BEA90F10}" srcId="{1CFE776B-5739-4B59-83B6-33716F2AB745}" destId="{440AF1B3-A094-4A83-993E-930F98BC45CF}" srcOrd="4" destOrd="0" parTransId="{2F315391-A4B2-458A-A494-458CED5FE72F}" sibTransId="{06EC1486-AE85-4C8B-9D83-92A6B15031C8}"/>
    <dgm:cxn modelId="{75211B8F-A3D5-41B1-BE18-AEF10FDA38BE}" srcId="{1CFE776B-5739-4B59-83B6-33716F2AB745}" destId="{ECD56893-F8F6-436F-A653-ADB9C639CAAB}" srcOrd="0" destOrd="0" parTransId="{61B006A4-D8C3-4246-A180-D1E3A4F6F6AD}" sibTransId="{97D6CFDD-E753-4C0F-B5F2-1689B9671381}"/>
    <dgm:cxn modelId="{9598F6CA-2EDF-4BB8-91A7-FAC919C88616}" srcId="{1CFE776B-5739-4B59-83B6-33716F2AB745}" destId="{BE6D5D13-A0BA-4EE2-A816-4E0597A51C4C}" srcOrd="3" destOrd="0" parTransId="{2D73F527-FDFA-47C8-A96A-565ACD931F41}" sibTransId="{37F4042C-0ADA-4175-B65B-7626A1A5B101}"/>
    <dgm:cxn modelId="{3A2233EC-095D-49B4-9626-ACE004EDC63C}" type="presOf" srcId="{440AF1B3-A094-4A83-993E-930F98BC45CF}" destId="{1ED44D8D-ECE3-43FE-93CD-AA671B3CA84A}" srcOrd="0" destOrd="0" presId="urn:microsoft.com/office/officeart/2018/2/layout/IconVerticalSolidList"/>
    <dgm:cxn modelId="{042C39FA-FF08-4A34-855E-CA4087D732CB}" srcId="{1CFE776B-5739-4B59-83B6-33716F2AB745}" destId="{380A52C0-2B0C-47D5-A40B-E9E92ACF7466}" srcOrd="1" destOrd="0" parTransId="{6EAA260F-3CBC-4641-A355-9BD5CE09E305}" sibTransId="{076DC143-8C24-437B-A792-1A3634CD8BCD}"/>
    <dgm:cxn modelId="{A85AA0E8-F92D-4E13-9E54-5B251EE20095}" type="presParOf" srcId="{711DED82-713B-4982-8ABF-38FA3B576C89}" destId="{1EC1402D-0C14-4026-A570-9002AD96D2B7}" srcOrd="0" destOrd="0" presId="urn:microsoft.com/office/officeart/2018/2/layout/IconVerticalSolidList"/>
    <dgm:cxn modelId="{0A6CEC79-B608-49B2-B782-3CAD6DA6EB06}" type="presParOf" srcId="{1EC1402D-0C14-4026-A570-9002AD96D2B7}" destId="{81C295B3-E851-45BA-B2C7-0CACDE1C0851}" srcOrd="0" destOrd="0" presId="urn:microsoft.com/office/officeart/2018/2/layout/IconVerticalSolidList"/>
    <dgm:cxn modelId="{A718698B-3682-4456-A235-7F933D76ACF1}" type="presParOf" srcId="{1EC1402D-0C14-4026-A570-9002AD96D2B7}" destId="{946A86C1-67F5-47BD-ABB4-3DE8EAF373DC}" srcOrd="1" destOrd="0" presId="urn:microsoft.com/office/officeart/2018/2/layout/IconVerticalSolidList"/>
    <dgm:cxn modelId="{8E01113C-C158-4174-BB83-5DC1165B1E9E}" type="presParOf" srcId="{1EC1402D-0C14-4026-A570-9002AD96D2B7}" destId="{7EFE6CDA-8255-4050-8D71-26CB9AC6C783}" srcOrd="2" destOrd="0" presId="urn:microsoft.com/office/officeart/2018/2/layout/IconVerticalSolidList"/>
    <dgm:cxn modelId="{ADC80C56-C4EF-4960-AFF4-FF68FCBD9537}" type="presParOf" srcId="{1EC1402D-0C14-4026-A570-9002AD96D2B7}" destId="{A5C163A9-8B52-4535-B343-D0D039F5181F}" srcOrd="3" destOrd="0" presId="urn:microsoft.com/office/officeart/2018/2/layout/IconVerticalSolidList"/>
    <dgm:cxn modelId="{32E12E8E-A84F-4FF8-94A8-416E82BDED69}" type="presParOf" srcId="{711DED82-713B-4982-8ABF-38FA3B576C89}" destId="{3C07B838-6552-4F0D-8BA9-9363BAAE8F71}" srcOrd="1" destOrd="0" presId="urn:microsoft.com/office/officeart/2018/2/layout/IconVerticalSolidList"/>
    <dgm:cxn modelId="{FBE2FA23-AFAF-4A65-BCA2-485EC4BA12BF}" type="presParOf" srcId="{711DED82-713B-4982-8ABF-38FA3B576C89}" destId="{C11667C5-3274-40A6-8094-B025F1DB33FD}" srcOrd="2" destOrd="0" presId="urn:microsoft.com/office/officeart/2018/2/layout/IconVerticalSolidList"/>
    <dgm:cxn modelId="{C143B230-F93A-455C-BBCB-E9F7A83E9493}" type="presParOf" srcId="{C11667C5-3274-40A6-8094-B025F1DB33FD}" destId="{C570A8B0-F936-4D32-8FB1-BC887F6C02C3}" srcOrd="0" destOrd="0" presId="urn:microsoft.com/office/officeart/2018/2/layout/IconVerticalSolidList"/>
    <dgm:cxn modelId="{CC20D393-0262-4FA9-AAC2-7C9022A92A2B}" type="presParOf" srcId="{C11667C5-3274-40A6-8094-B025F1DB33FD}" destId="{0F162BCF-D0FF-41C7-921F-8994B55937AD}" srcOrd="1" destOrd="0" presId="urn:microsoft.com/office/officeart/2018/2/layout/IconVerticalSolidList"/>
    <dgm:cxn modelId="{DA5D7283-8B84-435A-93C3-2CA8BFE499DB}" type="presParOf" srcId="{C11667C5-3274-40A6-8094-B025F1DB33FD}" destId="{59CD6160-E171-4997-B8D6-3D365AFC996A}" srcOrd="2" destOrd="0" presId="urn:microsoft.com/office/officeart/2018/2/layout/IconVerticalSolidList"/>
    <dgm:cxn modelId="{A7AEF623-DE4F-4B74-902B-828FA47E87A9}" type="presParOf" srcId="{C11667C5-3274-40A6-8094-B025F1DB33FD}" destId="{1C77542E-6A13-4B10-AD2E-15E96C9DFC2E}" srcOrd="3" destOrd="0" presId="urn:microsoft.com/office/officeart/2018/2/layout/IconVerticalSolidList"/>
    <dgm:cxn modelId="{7C42BD1A-11B0-4E11-A28B-38E1862C8697}" type="presParOf" srcId="{711DED82-713B-4982-8ABF-38FA3B576C89}" destId="{A445250F-9889-44B8-89DD-F4C9EAAB9C7F}" srcOrd="3" destOrd="0" presId="urn:microsoft.com/office/officeart/2018/2/layout/IconVerticalSolidList"/>
    <dgm:cxn modelId="{2ED9BBD3-8580-4A8B-A885-3BC8F96DBB9D}" type="presParOf" srcId="{711DED82-713B-4982-8ABF-38FA3B576C89}" destId="{B173F402-A1A3-4956-91E8-62F02654F28E}" srcOrd="4" destOrd="0" presId="urn:microsoft.com/office/officeart/2018/2/layout/IconVerticalSolidList"/>
    <dgm:cxn modelId="{C4275D71-2B94-45DF-B96E-099088A7BB80}" type="presParOf" srcId="{B173F402-A1A3-4956-91E8-62F02654F28E}" destId="{1AB2E1BB-A104-41EB-B6B3-056215FACB6E}" srcOrd="0" destOrd="0" presId="urn:microsoft.com/office/officeart/2018/2/layout/IconVerticalSolidList"/>
    <dgm:cxn modelId="{46E27F2C-9351-4149-9B9D-C4ED1898E4FF}" type="presParOf" srcId="{B173F402-A1A3-4956-91E8-62F02654F28E}" destId="{8E181A5D-9B87-4049-8419-755C224132EC}" srcOrd="1" destOrd="0" presId="urn:microsoft.com/office/officeart/2018/2/layout/IconVerticalSolidList"/>
    <dgm:cxn modelId="{A76C3F11-CEC5-492B-939F-4CAF2EF22645}" type="presParOf" srcId="{B173F402-A1A3-4956-91E8-62F02654F28E}" destId="{05807005-E2FA-47DF-83A3-6CDE6AF5EDBC}" srcOrd="2" destOrd="0" presId="urn:microsoft.com/office/officeart/2018/2/layout/IconVerticalSolidList"/>
    <dgm:cxn modelId="{5C508F0E-31F1-4C12-8781-F54381896699}" type="presParOf" srcId="{B173F402-A1A3-4956-91E8-62F02654F28E}" destId="{E7315AF8-662C-4EA8-B6CC-F028F8F51448}" srcOrd="3" destOrd="0" presId="urn:microsoft.com/office/officeart/2018/2/layout/IconVerticalSolidList"/>
    <dgm:cxn modelId="{E044CFC1-7A97-402F-B966-E6445AE6BF26}" type="presParOf" srcId="{711DED82-713B-4982-8ABF-38FA3B576C89}" destId="{BA792FD2-D7A6-4B77-B784-F03C9286AB74}" srcOrd="5" destOrd="0" presId="urn:microsoft.com/office/officeart/2018/2/layout/IconVerticalSolidList"/>
    <dgm:cxn modelId="{FF0776F7-AC34-4960-B3CF-226AD161813F}" type="presParOf" srcId="{711DED82-713B-4982-8ABF-38FA3B576C89}" destId="{4CB39F5C-956C-4107-9B73-8307B20B38D7}" srcOrd="6" destOrd="0" presId="urn:microsoft.com/office/officeart/2018/2/layout/IconVerticalSolidList"/>
    <dgm:cxn modelId="{E936A6F7-FA4C-4EEA-974F-FD19B37D2DB5}" type="presParOf" srcId="{4CB39F5C-956C-4107-9B73-8307B20B38D7}" destId="{5A887C5A-057A-447C-909C-438CC599306E}" srcOrd="0" destOrd="0" presId="urn:microsoft.com/office/officeart/2018/2/layout/IconVerticalSolidList"/>
    <dgm:cxn modelId="{9FA50A6E-A2B1-4706-8FDD-DA7A12F07894}" type="presParOf" srcId="{4CB39F5C-956C-4107-9B73-8307B20B38D7}" destId="{EDE90A91-FF6C-4CE8-AFDF-913A1689CD60}" srcOrd="1" destOrd="0" presId="urn:microsoft.com/office/officeart/2018/2/layout/IconVerticalSolidList"/>
    <dgm:cxn modelId="{A7099E66-F0FC-4899-B266-DD29AB102527}" type="presParOf" srcId="{4CB39F5C-956C-4107-9B73-8307B20B38D7}" destId="{3294D196-ACE4-406C-8010-89DCD94EC470}" srcOrd="2" destOrd="0" presId="urn:microsoft.com/office/officeart/2018/2/layout/IconVerticalSolidList"/>
    <dgm:cxn modelId="{82AC48FC-10A7-48F4-94AA-353947C02517}" type="presParOf" srcId="{4CB39F5C-956C-4107-9B73-8307B20B38D7}" destId="{F54362BE-ECAA-47A7-85E7-F22EA51D3502}" srcOrd="3" destOrd="0" presId="urn:microsoft.com/office/officeart/2018/2/layout/IconVerticalSolidList"/>
    <dgm:cxn modelId="{905A51A0-E3CD-467F-880C-1261FA221718}" type="presParOf" srcId="{711DED82-713B-4982-8ABF-38FA3B576C89}" destId="{D497253B-079E-415F-A263-684EE260F668}" srcOrd="7" destOrd="0" presId="urn:microsoft.com/office/officeart/2018/2/layout/IconVerticalSolidList"/>
    <dgm:cxn modelId="{A05F3EC1-C52D-4DC3-A284-AF5144BE54E0}" type="presParOf" srcId="{711DED82-713B-4982-8ABF-38FA3B576C89}" destId="{19525F41-76E9-4434-A101-5DBC69D529F9}" srcOrd="8" destOrd="0" presId="urn:microsoft.com/office/officeart/2018/2/layout/IconVerticalSolidList"/>
    <dgm:cxn modelId="{1FC27BA4-5B32-46E3-85A8-3F052774B8C9}" type="presParOf" srcId="{19525F41-76E9-4434-A101-5DBC69D529F9}" destId="{A8507EFF-C40A-4B17-964E-D56D6CBF9D17}" srcOrd="0" destOrd="0" presId="urn:microsoft.com/office/officeart/2018/2/layout/IconVerticalSolidList"/>
    <dgm:cxn modelId="{2AFD10C9-C673-45B6-AB3D-B5A91CC30423}" type="presParOf" srcId="{19525F41-76E9-4434-A101-5DBC69D529F9}" destId="{C4DB6B45-D649-48EA-A4C4-D8F4B8C45181}" srcOrd="1" destOrd="0" presId="urn:microsoft.com/office/officeart/2018/2/layout/IconVerticalSolidList"/>
    <dgm:cxn modelId="{D6BDCF5B-8E3E-490D-A38C-73B98557B51B}" type="presParOf" srcId="{19525F41-76E9-4434-A101-5DBC69D529F9}" destId="{A8F82C73-FD16-4D10-9E21-BFD67C6B1BCA}" srcOrd="2" destOrd="0" presId="urn:microsoft.com/office/officeart/2018/2/layout/IconVerticalSolidList"/>
    <dgm:cxn modelId="{643B1762-72EA-4AF3-9267-CDDBE7861A8B}" type="presParOf" srcId="{19525F41-76E9-4434-A101-5DBC69D529F9}" destId="{1ED44D8D-ECE3-43FE-93CD-AA671B3CA84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E73CF8-479E-4389-B148-8DA95F3C3531}">
      <dsp:nvSpPr>
        <dsp:cNvPr id="0" name=""/>
        <dsp:cNvSpPr/>
      </dsp:nvSpPr>
      <dsp:spPr>
        <a:xfrm>
          <a:off x="1854" y="922341"/>
          <a:ext cx="671835" cy="6718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C70D92-DB14-4979-B5BD-A08B3D65DA6C}">
      <dsp:nvSpPr>
        <dsp:cNvPr id="0" name=""/>
        <dsp:cNvSpPr/>
      </dsp:nvSpPr>
      <dsp:spPr>
        <a:xfrm>
          <a:off x="1854" y="1704673"/>
          <a:ext cx="1919531" cy="449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/>
            <a:t>Web Application Design</a:t>
          </a:r>
          <a:endParaRPr lang="en-US" sz="1400" kern="1200"/>
        </a:p>
      </dsp:txBody>
      <dsp:txXfrm>
        <a:off x="1854" y="1704673"/>
        <a:ext cx="1919531" cy="449890"/>
      </dsp:txXfrm>
    </dsp:sp>
    <dsp:sp modelId="{B8EDEF5C-91B9-400F-9F31-944D6758078D}">
      <dsp:nvSpPr>
        <dsp:cNvPr id="0" name=""/>
        <dsp:cNvSpPr/>
      </dsp:nvSpPr>
      <dsp:spPr>
        <a:xfrm>
          <a:off x="1854" y="2205956"/>
          <a:ext cx="1919531" cy="1286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Component-based UI using React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Responsive layout with Tailwind CSS</a:t>
          </a:r>
          <a:endParaRPr lang="en-US" sz="1100" kern="1200"/>
        </a:p>
      </dsp:txBody>
      <dsp:txXfrm>
        <a:off x="1854" y="2205956"/>
        <a:ext cx="1919531" cy="1286055"/>
      </dsp:txXfrm>
    </dsp:sp>
    <dsp:sp modelId="{021F8E9D-2500-4BD0-AAAE-622149238C6C}">
      <dsp:nvSpPr>
        <dsp:cNvPr id="0" name=""/>
        <dsp:cNvSpPr/>
      </dsp:nvSpPr>
      <dsp:spPr>
        <a:xfrm>
          <a:off x="2257303" y="922341"/>
          <a:ext cx="671835" cy="6718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499945-5BB1-4D4E-8789-F4F1FA6D2079}">
      <dsp:nvSpPr>
        <dsp:cNvPr id="0" name=""/>
        <dsp:cNvSpPr/>
      </dsp:nvSpPr>
      <dsp:spPr>
        <a:xfrm>
          <a:off x="2257303" y="1704673"/>
          <a:ext cx="1919531" cy="449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/>
            <a:t>State Management</a:t>
          </a:r>
          <a:endParaRPr lang="en-US" sz="1400" kern="1200"/>
        </a:p>
      </dsp:txBody>
      <dsp:txXfrm>
        <a:off x="2257303" y="1704673"/>
        <a:ext cx="1919531" cy="449890"/>
      </dsp:txXfrm>
    </dsp:sp>
    <dsp:sp modelId="{32BEEDCF-2A36-404B-A569-5D7CD2FB620F}">
      <dsp:nvSpPr>
        <dsp:cNvPr id="0" name=""/>
        <dsp:cNvSpPr/>
      </dsp:nvSpPr>
      <dsp:spPr>
        <a:xfrm>
          <a:off x="2257303" y="2205956"/>
          <a:ext cx="1919531" cy="1286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React Context API for auth &amp; global state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Custom hooks for popups and confirmation dialogs</a:t>
          </a:r>
          <a:endParaRPr lang="en-US" sz="1100" kern="1200"/>
        </a:p>
      </dsp:txBody>
      <dsp:txXfrm>
        <a:off x="2257303" y="2205956"/>
        <a:ext cx="1919531" cy="1286055"/>
      </dsp:txXfrm>
    </dsp:sp>
    <dsp:sp modelId="{56BB8F9B-3D87-42E7-AD06-7BF460693470}">
      <dsp:nvSpPr>
        <dsp:cNvPr id="0" name=""/>
        <dsp:cNvSpPr/>
      </dsp:nvSpPr>
      <dsp:spPr>
        <a:xfrm>
          <a:off x="4512752" y="922341"/>
          <a:ext cx="671835" cy="6718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2B4AFC-1980-4845-BD84-25CD87404788}">
      <dsp:nvSpPr>
        <dsp:cNvPr id="0" name=""/>
        <dsp:cNvSpPr/>
      </dsp:nvSpPr>
      <dsp:spPr>
        <a:xfrm>
          <a:off x="4512752" y="1704673"/>
          <a:ext cx="1919531" cy="449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/>
            <a:t>Authentication &amp; Security</a:t>
          </a:r>
          <a:endParaRPr lang="en-US" sz="1400" kern="1200"/>
        </a:p>
      </dsp:txBody>
      <dsp:txXfrm>
        <a:off x="4512752" y="1704673"/>
        <a:ext cx="1919531" cy="449890"/>
      </dsp:txXfrm>
    </dsp:sp>
    <dsp:sp modelId="{FC783FD4-CAF9-477C-B5B5-413F6FBFD83E}">
      <dsp:nvSpPr>
        <dsp:cNvPr id="0" name=""/>
        <dsp:cNvSpPr/>
      </dsp:nvSpPr>
      <dsp:spPr>
        <a:xfrm>
          <a:off x="4512752" y="2205956"/>
          <a:ext cx="1919531" cy="1286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Firebase Authentication (email + password + reset)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Firestore security rules for users, events, and admin data</a:t>
          </a:r>
          <a:endParaRPr lang="en-US" sz="1100" kern="1200"/>
        </a:p>
      </dsp:txBody>
      <dsp:txXfrm>
        <a:off x="4512752" y="2205956"/>
        <a:ext cx="1919531" cy="1286055"/>
      </dsp:txXfrm>
    </dsp:sp>
    <dsp:sp modelId="{06F69ECF-4615-41C4-978A-F88EF3E793E6}">
      <dsp:nvSpPr>
        <dsp:cNvPr id="0" name=""/>
        <dsp:cNvSpPr/>
      </dsp:nvSpPr>
      <dsp:spPr>
        <a:xfrm>
          <a:off x="6768202" y="922341"/>
          <a:ext cx="671835" cy="67183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81D871-8F9B-42CD-91E2-D1A296B8D241}">
      <dsp:nvSpPr>
        <dsp:cNvPr id="0" name=""/>
        <dsp:cNvSpPr/>
      </dsp:nvSpPr>
      <dsp:spPr>
        <a:xfrm>
          <a:off x="6768202" y="1704673"/>
          <a:ext cx="1919531" cy="449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/>
            <a:t>Data Modelling</a:t>
          </a:r>
          <a:endParaRPr lang="en-US" sz="1400" kern="1200"/>
        </a:p>
      </dsp:txBody>
      <dsp:txXfrm>
        <a:off x="6768202" y="1704673"/>
        <a:ext cx="1919531" cy="449890"/>
      </dsp:txXfrm>
    </dsp:sp>
    <dsp:sp modelId="{9F273604-FD76-4129-8EC2-52B4D3F31211}">
      <dsp:nvSpPr>
        <dsp:cNvPr id="0" name=""/>
        <dsp:cNvSpPr/>
      </dsp:nvSpPr>
      <dsp:spPr>
        <a:xfrm>
          <a:off x="6768202" y="2205956"/>
          <a:ext cx="1919531" cy="1286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Separate collections for </a:t>
          </a:r>
          <a:r>
            <a:rPr lang="en-US" sz="1100" i="0" kern="1200" baseline="0"/>
            <a:t>users, events, sports, cities, areas, logs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Subcollection </a:t>
          </a:r>
          <a:r>
            <a:rPr lang="en-US" sz="1100" kern="1200"/>
            <a:t>events/{eventId}/attendees for join requests</a:t>
          </a:r>
        </a:p>
      </dsp:txBody>
      <dsp:txXfrm>
        <a:off x="6768202" y="2205956"/>
        <a:ext cx="1919531" cy="1286055"/>
      </dsp:txXfrm>
    </dsp:sp>
    <dsp:sp modelId="{23420515-18EA-4AE5-9EFA-0BC8318BADCE}">
      <dsp:nvSpPr>
        <dsp:cNvPr id="0" name=""/>
        <dsp:cNvSpPr/>
      </dsp:nvSpPr>
      <dsp:spPr>
        <a:xfrm>
          <a:off x="9023651" y="922341"/>
          <a:ext cx="671835" cy="67183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D44FC1-9276-4DE2-BB06-3010403A6603}">
      <dsp:nvSpPr>
        <dsp:cNvPr id="0" name=""/>
        <dsp:cNvSpPr/>
      </dsp:nvSpPr>
      <dsp:spPr>
        <a:xfrm>
          <a:off x="9023651" y="1704673"/>
          <a:ext cx="1919531" cy="449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baseline="0"/>
            <a:t>Event Matching Logic</a:t>
          </a:r>
          <a:endParaRPr lang="en-US" sz="1400" kern="1200"/>
        </a:p>
      </dsp:txBody>
      <dsp:txXfrm>
        <a:off x="9023651" y="1704673"/>
        <a:ext cx="1919531" cy="449890"/>
      </dsp:txXfrm>
    </dsp:sp>
    <dsp:sp modelId="{953376B5-905B-44BB-AF94-AC569518AC91}">
      <dsp:nvSpPr>
        <dsp:cNvPr id="0" name=""/>
        <dsp:cNvSpPr/>
      </dsp:nvSpPr>
      <dsp:spPr>
        <a:xfrm>
          <a:off x="9023651" y="2205956"/>
          <a:ext cx="1919531" cy="1286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Categorization of attendees into: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i="0" kern="1200" baseline="0"/>
            <a:t>Star Match (same sport + same city)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i="0" kern="1200" baseline="0"/>
            <a:t>Sports Match (same sport)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i="0" kern="1200" baseline="0"/>
            <a:t>City Match (same city)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i="0" kern="1200" baseline="0"/>
            <a:t>Not Matched</a:t>
          </a:r>
          <a:endParaRPr lang="en-US" sz="1100" kern="1200"/>
        </a:p>
      </dsp:txBody>
      <dsp:txXfrm>
        <a:off x="9023651" y="2205956"/>
        <a:ext cx="1919531" cy="12860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FC0D5C-DBAA-46BC-8611-9F4495B69F36}">
      <dsp:nvSpPr>
        <dsp:cNvPr id="0" name=""/>
        <dsp:cNvSpPr/>
      </dsp:nvSpPr>
      <dsp:spPr>
        <a:xfrm>
          <a:off x="1042407" y="190931"/>
          <a:ext cx="1110765" cy="11107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E4EF0D-FF37-4CCF-8989-9EDC1B36B244}">
      <dsp:nvSpPr>
        <dsp:cNvPr id="0" name=""/>
        <dsp:cNvSpPr/>
      </dsp:nvSpPr>
      <dsp:spPr>
        <a:xfrm>
          <a:off x="10981" y="1482811"/>
          <a:ext cx="3173616" cy="476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NZ" sz="2900" b="1" kern="1200"/>
            <a:t>Frontend</a:t>
          </a:r>
          <a:endParaRPr lang="en-US" sz="2900" kern="1200"/>
        </a:p>
      </dsp:txBody>
      <dsp:txXfrm>
        <a:off x="10981" y="1482811"/>
        <a:ext cx="3173616" cy="476042"/>
      </dsp:txXfrm>
    </dsp:sp>
    <dsp:sp modelId="{A2938235-F012-453F-A596-9EBB2C9CD49E}">
      <dsp:nvSpPr>
        <dsp:cNvPr id="0" name=""/>
        <dsp:cNvSpPr/>
      </dsp:nvSpPr>
      <dsp:spPr>
        <a:xfrm>
          <a:off x="10981" y="2043093"/>
          <a:ext cx="3173616" cy="2359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700" kern="1200" dirty="0"/>
            <a:t>React + Vite – fast development and component-based UI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700" kern="1200" dirty="0"/>
            <a:t>Tailwind CSS – utility-first, responsive styling</a:t>
          </a:r>
          <a:endParaRPr lang="en-US" sz="1700" kern="1200" dirty="0"/>
        </a:p>
      </dsp:txBody>
      <dsp:txXfrm>
        <a:off x="10981" y="2043093"/>
        <a:ext cx="3173616" cy="2359802"/>
      </dsp:txXfrm>
    </dsp:sp>
    <dsp:sp modelId="{7E31EDBB-2782-4843-BB5A-904A9E58DA8F}">
      <dsp:nvSpPr>
        <dsp:cNvPr id="0" name=""/>
        <dsp:cNvSpPr/>
      </dsp:nvSpPr>
      <dsp:spPr>
        <a:xfrm>
          <a:off x="4771406" y="190931"/>
          <a:ext cx="1110765" cy="11107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0CEF6B-998B-4421-A906-164986A2672B}">
      <dsp:nvSpPr>
        <dsp:cNvPr id="0" name=""/>
        <dsp:cNvSpPr/>
      </dsp:nvSpPr>
      <dsp:spPr>
        <a:xfrm>
          <a:off x="3739981" y="1482811"/>
          <a:ext cx="3173616" cy="476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NZ" sz="2900" b="1" kern="1200"/>
            <a:t>Backend &amp; Data</a:t>
          </a:r>
          <a:endParaRPr lang="en-US" sz="2900" kern="1200"/>
        </a:p>
      </dsp:txBody>
      <dsp:txXfrm>
        <a:off x="3739981" y="1482811"/>
        <a:ext cx="3173616" cy="476042"/>
      </dsp:txXfrm>
    </dsp:sp>
    <dsp:sp modelId="{CD64FA10-9672-475B-AD19-57BAEB88B732}">
      <dsp:nvSpPr>
        <dsp:cNvPr id="0" name=""/>
        <dsp:cNvSpPr/>
      </dsp:nvSpPr>
      <dsp:spPr>
        <a:xfrm>
          <a:off x="3739981" y="2043093"/>
          <a:ext cx="3173616" cy="2359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700" kern="1200"/>
            <a:t>Firebase Authentication – login, register, reset password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700" kern="1200"/>
            <a:t>Firestore Database – stores: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700" kern="1200" dirty="0"/>
            <a:t>Users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700" kern="1200"/>
            <a:t>Events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700" kern="1200"/>
            <a:t>Join Requests (attendees)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700" kern="1200"/>
            <a:t>Sports, Cities, Areas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700" kern="1200"/>
            <a:t>Logs</a:t>
          </a:r>
          <a:endParaRPr lang="en-US" sz="1700" kern="1200"/>
        </a:p>
      </dsp:txBody>
      <dsp:txXfrm>
        <a:off x="3739981" y="2043093"/>
        <a:ext cx="3173616" cy="2359802"/>
      </dsp:txXfrm>
    </dsp:sp>
    <dsp:sp modelId="{A78E7AEC-C2F7-4D11-9F0F-D91AC704B5E2}">
      <dsp:nvSpPr>
        <dsp:cNvPr id="0" name=""/>
        <dsp:cNvSpPr/>
      </dsp:nvSpPr>
      <dsp:spPr>
        <a:xfrm>
          <a:off x="8500405" y="190931"/>
          <a:ext cx="1110765" cy="111076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B425FF-0E84-4AFC-8634-44E20F9E120D}">
      <dsp:nvSpPr>
        <dsp:cNvPr id="0" name=""/>
        <dsp:cNvSpPr/>
      </dsp:nvSpPr>
      <dsp:spPr>
        <a:xfrm>
          <a:off x="7468980" y="1482811"/>
          <a:ext cx="3173616" cy="476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NZ" sz="2900" b="1" kern="1200"/>
            <a:t>Other</a:t>
          </a:r>
          <a:endParaRPr lang="en-US" sz="2900" kern="1200"/>
        </a:p>
      </dsp:txBody>
      <dsp:txXfrm>
        <a:off x="7468980" y="1482811"/>
        <a:ext cx="3173616" cy="476042"/>
      </dsp:txXfrm>
    </dsp:sp>
    <dsp:sp modelId="{A10EF8FA-17D2-48BE-B92C-6286CA48FC0C}">
      <dsp:nvSpPr>
        <dsp:cNvPr id="0" name=""/>
        <dsp:cNvSpPr/>
      </dsp:nvSpPr>
      <dsp:spPr>
        <a:xfrm>
          <a:off x="7468980" y="2043093"/>
          <a:ext cx="3173616" cy="2359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700" kern="1200"/>
            <a:t>Firebase Cloud Messaging (FCM) – local event notifications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700" kern="1200"/>
            <a:t>React Context API – global auth and app state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700" kern="1200"/>
            <a:t>Custom Hooks – modular logic for modals, confirmations, etc.</a:t>
          </a:r>
          <a:endParaRPr lang="en-US" sz="1700" kern="1200"/>
        </a:p>
      </dsp:txBody>
      <dsp:txXfrm>
        <a:off x="7468980" y="2043093"/>
        <a:ext cx="3173616" cy="23598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C295B3-E851-45BA-B2C7-0CACDE1C0851}">
      <dsp:nvSpPr>
        <dsp:cNvPr id="0" name=""/>
        <dsp:cNvSpPr/>
      </dsp:nvSpPr>
      <dsp:spPr>
        <a:xfrm>
          <a:off x="0" y="5828"/>
          <a:ext cx="10653579" cy="6982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6A86C1-67F5-47BD-ABB4-3DE8EAF373DC}">
      <dsp:nvSpPr>
        <dsp:cNvPr id="0" name=""/>
        <dsp:cNvSpPr/>
      </dsp:nvSpPr>
      <dsp:spPr>
        <a:xfrm>
          <a:off x="211216" y="162931"/>
          <a:ext cx="384404" cy="3840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C163A9-8B52-4535-B343-D0D039F5181F}">
      <dsp:nvSpPr>
        <dsp:cNvPr id="0" name=""/>
        <dsp:cNvSpPr/>
      </dsp:nvSpPr>
      <dsp:spPr>
        <a:xfrm>
          <a:off x="806837" y="5828"/>
          <a:ext cx="9810290" cy="763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824" tIns="80824" rIns="80824" bIns="8082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SportsBuddy successfully delivers a complete system for discovering sports events, connecting players, and managing activities.</a:t>
          </a:r>
          <a:br>
            <a:rPr lang="en-US" sz="1400" kern="1200"/>
          </a:br>
          <a:r>
            <a:rPr lang="en-US" sz="1400" kern="1200"/>
            <a:t>The app provides:</a:t>
          </a:r>
        </a:p>
      </dsp:txBody>
      <dsp:txXfrm>
        <a:off x="806837" y="5828"/>
        <a:ext cx="9810290" cy="763695"/>
      </dsp:txXfrm>
    </dsp:sp>
    <dsp:sp modelId="{C570A8B0-F936-4D32-8FB1-BC887F6C02C3}">
      <dsp:nvSpPr>
        <dsp:cNvPr id="0" name=""/>
        <dsp:cNvSpPr/>
      </dsp:nvSpPr>
      <dsp:spPr>
        <a:xfrm>
          <a:off x="0" y="960447"/>
          <a:ext cx="10653579" cy="6982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162BCF-D0FF-41C7-921F-8994B55937AD}">
      <dsp:nvSpPr>
        <dsp:cNvPr id="0" name=""/>
        <dsp:cNvSpPr/>
      </dsp:nvSpPr>
      <dsp:spPr>
        <a:xfrm>
          <a:off x="211216" y="1117550"/>
          <a:ext cx="384404" cy="3840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77542E-6A13-4B10-AD2E-15E96C9DFC2E}">
      <dsp:nvSpPr>
        <dsp:cNvPr id="0" name=""/>
        <dsp:cNvSpPr/>
      </dsp:nvSpPr>
      <dsp:spPr>
        <a:xfrm>
          <a:off x="806837" y="960447"/>
          <a:ext cx="9810290" cy="763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824" tIns="80824" rIns="80824" bIns="8082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Users</a:t>
          </a:r>
          <a:r>
            <a:rPr lang="en-US" sz="1400" kern="1200"/>
            <a:t>: event discovery, profile management, join requests, attendee matching.</a:t>
          </a:r>
        </a:p>
      </dsp:txBody>
      <dsp:txXfrm>
        <a:off x="806837" y="960447"/>
        <a:ext cx="9810290" cy="763695"/>
      </dsp:txXfrm>
    </dsp:sp>
    <dsp:sp modelId="{1AB2E1BB-A104-41EB-B6B3-056215FACB6E}">
      <dsp:nvSpPr>
        <dsp:cNvPr id="0" name=""/>
        <dsp:cNvSpPr/>
      </dsp:nvSpPr>
      <dsp:spPr>
        <a:xfrm>
          <a:off x="0" y="1915066"/>
          <a:ext cx="10653579" cy="6982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181A5D-9B87-4049-8419-755C224132EC}">
      <dsp:nvSpPr>
        <dsp:cNvPr id="0" name=""/>
        <dsp:cNvSpPr/>
      </dsp:nvSpPr>
      <dsp:spPr>
        <a:xfrm>
          <a:off x="211216" y="2072169"/>
          <a:ext cx="384404" cy="3840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315AF8-662C-4EA8-B6CC-F028F8F51448}">
      <dsp:nvSpPr>
        <dsp:cNvPr id="0" name=""/>
        <dsp:cNvSpPr/>
      </dsp:nvSpPr>
      <dsp:spPr>
        <a:xfrm>
          <a:off x="806837" y="1915066"/>
          <a:ext cx="9810290" cy="763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824" tIns="80824" rIns="80824" bIns="8082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Event creators</a:t>
          </a:r>
          <a:r>
            <a:rPr lang="en-US" sz="1400" kern="1200"/>
            <a:t>: categorized attendee requests (Star/Sport/City Match) and full request control.</a:t>
          </a:r>
        </a:p>
      </dsp:txBody>
      <dsp:txXfrm>
        <a:off x="806837" y="1915066"/>
        <a:ext cx="9810290" cy="763695"/>
      </dsp:txXfrm>
    </dsp:sp>
    <dsp:sp modelId="{5A887C5A-057A-447C-909C-438CC599306E}">
      <dsp:nvSpPr>
        <dsp:cNvPr id="0" name=""/>
        <dsp:cNvSpPr/>
      </dsp:nvSpPr>
      <dsp:spPr>
        <a:xfrm>
          <a:off x="0" y="2869685"/>
          <a:ext cx="10653579" cy="6982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E90A91-FF6C-4CE8-AFDF-913A1689CD60}">
      <dsp:nvSpPr>
        <dsp:cNvPr id="0" name=""/>
        <dsp:cNvSpPr/>
      </dsp:nvSpPr>
      <dsp:spPr>
        <a:xfrm>
          <a:off x="211216" y="3026788"/>
          <a:ext cx="384404" cy="38402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4362BE-ECAA-47A7-85E7-F22EA51D3502}">
      <dsp:nvSpPr>
        <dsp:cNvPr id="0" name=""/>
        <dsp:cNvSpPr/>
      </dsp:nvSpPr>
      <dsp:spPr>
        <a:xfrm>
          <a:off x="806837" y="2869685"/>
          <a:ext cx="9810290" cy="763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824" tIns="80824" rIns="80824" bIns="8082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Admins</a:t>
          </a:r>
          <a:r>
            <a:rPr lang="en-US" sz="1400" kern="1200"/>
            <a:t>: dashboard analytics, CRUD for sports/cities/areas/events, and system logs.</a:t>
          </a:r>
        </a:p>
      </dsp:txBody>
      <dsp:txXfrm>
        <a:off x="806837" y="2869685"/>
        <a:ext cx="9810290" cy="763695"/>
      </dsp:txXfrm>
    </dsp:sp>
    <dsp:sp modelId="{A8507EFF-C40A-4B17-964E-D56D6CBF9D17}">
      <dsp:nvSpPr>
        <dsp:cNvPr id="0" name=""/>
        <dsp:cNvSpPr/>
      </dsp:nvSpPr>
      <dsp:spPr>
        <a:xfrm>
          <a:off x="0" y="3824304"/>
          <a:ext cx="10653579" cy="6982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DB6B45-D649-48EA-A4C4-D8F4B8C45181}">
      <dsp:nvSpPr>
        <dsp:cNvPr id="0" name=""/>
        <dsp:cNvSpPr/>
      </dsp:nvSpPr>
      <dsp:spPr>
        <a:xfrm>
          <a:off x="211216" y="3981407"/>
          <a:ext cx="384404" cy="38402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D44D8D-ECE3-43FE-93CD-AA671B3CA84A}">
      <dsp:nvSpPr>
        <dsp:cNvPr id="0" name=""/>
        <dsp:cNvSpPr/>
      </dsp:nvSpPr>
      <dsp:spPr>
        <a:xfrm>
          <a:off x="806837" y="3824304"/>
          <a:ext cx="9810290" cy="763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824" tIns="80824" rIns="80824" bIns="8082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Built with React, Tailwind, Firebase Auth, and Firestore, the platform is responsive, secure, and scalable.</a:t>
          </a:r>
          <a:br>
            <a:rPr lang="en-US" sz="1400" kern="1200"/>
          </a:br>
          <a:r>
            <a:rPr lang="en-US" sz="1400" kern="1200"/>
            <a:t>SportsBuddy demonstrates how modern web technologies can solve real-world sports coordination challenges efficiently.</a:t>
          </a:r>
        </a:p>
      </dsp:txBody>
      <dsp:txXfrm>
        <a:off x="806837" y="3824304"/>
        <a:ext cx="9810290" cy="7636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446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40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955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04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22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00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972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787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511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110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721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978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de/photo/937685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1BA7680-B1FB-4B6B-2155-45DD5D6C4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abstract watercolor pattern on a white background">
            <a:extLst>
              <a:ext uri="{FF2B5EF4-FFF2-40B4-BE49-F238E27FC236}">
                <a16:creationId xmlns:a16="http://schemas.microsoft.com/office/drawing/2014/main" id="{F0B4650B-1637-CBBE-93C3-B4E7AE134E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32383"/>
            <a:ext cx="12192000" cy="452561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DD2FDF-F1C1-D8CC-E91E-C0CB52AF00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310" y="166088"/>
            <a:ext cx="11451380" cy="1870483"/>
          </a:xfrm>
        </p:spPr>
        <p:txBody>
          <a:bodyPr>
            <a:normAutofit/>
          </a:bodyPr>
          <a:lstStyle/>
          <a:p>
            <a:pPr algn="l"/>
            <a:r>
              <a:rPr lang="en-US" sz="4800" dirty="0" err="1">
                <a:solidFill>
                  <a:srgbClr val="FFFFFF"/>
                </a:solidFill>
              </a:rPr>
              <a:t>SportsBuddy</a:t>
            </a:r>
            <a:r>
              <a:rPr lang="en-US" sz="4800" dirty="0">
                <a:solidFill>
                  <a:srgbClr val="FFFFFF"/>
                </a:solidFill>
              </a:rPr>
              <a:t> </a:t>
            </a:r>
            <a:r>
              <a:rPr lang="en-US" sz="3200" dirty="0">
                <a:solidFill>
                  <a:srgbClr val="FFFFFF"/>
                </a:solidFill>
              </a:rPr>
              <a:t>– find Local Sports Events &amp; Teammates</a:t>
            </a:r>
            <a:endParaRPr lang="en-NZ" sz="32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BF9743-A3F7-A71C-DA3F-01CCF5804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506" y="2569029"/>
            <a:ext cx="10754694" cy="3993159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rgbClr val="FFFFFF"/>
                </a:solidFill>
              </a:rPr>
              <a:t>Domain: Frontend Development</a:t>
            </a:r>
          </a:p>
          <a:p>
            <a:pPr algn="l"/>
            <a:r>
              <a:rPr lang="en-NZ" sz="2400" dirty="0">
                <a:solidFill>
                  <a:srgbClr val="FFFFFF"/>
                </a:solidFill>
              </a:rPr>
              <a:t>Build with: React, Firebase, Firestore</a:t>
            </a:r>
          </a:p>
          <a:p>
            <a:pPr algn="l"/>
            <a:endParaRPr lang="en-NZ" sz="2400" dirty="0">
              <a:solidFill>
                <a:srgbClr val="FFFFFF"/>
              </a:solidFill>
            </a:endParaRPr>
          </a:p>
          <a:p>
            <a:pPr algn="l"/>
            <a:endParaRPr lang="en-NZ" sz="2400" dirty="0">
              <a:solidFill>
                <a:srgbClr val="FFFFFF"/>
              </a:solidFill>
            </a:endParaRPr>
          </a:p>
          <a:p>
            <a:pPr algn="l"/>
            <a:endParaRPr lang="en-NZ" sz="2400" dirty="0">
              <a:solidFill>
                <a:srgbClr val="FFFFFF"/>
              </a:solidFill>
            </a:endParaRPr>
          </a:p>
          <a:p>
            <a:pPr algn="l"/>
            <a:endParaRPr lang="en-NZ" sz="2400" dirty="0">
              <a:solidFill>
                <a:srgbClr val="FFFFFF"/>
              </a:solidFill>
            </a:endParaRPr>
          </a:p>
          <a:p>
            <a:pPr lvl="1" algn="r"/>
            <a:r>
              <a:rPr lang="en-NZ" sz="2600" dirty="0">
                <a:solidFill>
                  <a:srgbClr val="FFFFFF"/>
                </a:solidFill>
              </a:rPr>
              <a:t>By: Krishna </a:t>
            </a:r>
            <a:r>
              <a:rPr lang="en-NZ" sz="2600" dirty="0" err="1">
                <a:solidFill>
                  <a:srgbClr val="FFFFFF"/>
                </a:solidFill>
              </a:rPr>
              <a:t>Rajeshbhai</a:t>
            </a:r>
            <a:r>
              <a:rPr lang="en-NZ" sz="2600" dirty="0">
                <a:solidFill>
                  <a:srgbClr val="FFFFFF"/>
                </a:solidFill>
              </a:rPr>
              <a:t> Khokhariya</a:t>
            </a:r>
          </a:p>
        </p:txBody>
      </p:sp>
    </p:spTree>
    <p:extLst>
      <p:ext uri="{BB962C8B-B14F-4D97-AF65-F5344CB8AC3E}">
        <p14:creationId xmlns:p14="http://schemas.microsoft.com/office/powerpoint/2010/main" val="2686686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DF1178-7CA3-B30B-2B92-16638B566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436168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Introduction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188C4-8A8A-7F1B-430C-33D52132F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4361687" cy="409651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/>
              <a:t>SportsBuddy is a web application that connects people through local sports events.</a:t>
            </a:r>
          </a:p>
          <a:p>
            <a:pPr>
              <a:lnSpc>
                <a:spcPct val="110000"/>
              </a:lnSpc>
            </a:pPr>
            <a:r>
              <a:rPr lang="en-US" sz="1400"/>
              <a:t>Users can:</a:t>
            </a:r>
          </a:p>
          <a:p>
            <a:pPr lvl="1">
              <a:lnSpc>
                <a:spcPct val="110000"/>
              </a:lnSpc>
            </a:pPr>
            <a:r>
              <a:rPr lang="en-US" sz="1400"/>
              <a:t>Discover sports events in their city</a:t>
            </a:r>
          </a:p>
          <a:p>
            <a:pPr lvl="1">
              <a:lnSpc>
                <a:spcPct val="110000"/>
              </a:lnSpc>
            </a:pPr>
            <a:r>
              <a:rPr lang="en-US" sz="1400"/>
              <a:t>Send join requests and become attendees</a:t>
            </a:r>
          </a:p>
          <a:p>
            <a:pPr lvl="1">
              <a:lnSpc>
                <a:spcPct val="110000"/>
              </a:lnSpc>
            </a:pPr>
            <a:r>
              <a:rPr lang="en-US" sz="1400"/>
              <a:t>Match with players based on sport and location</a:t>
            </a:r>
          </a:p>
          <a:p>
            <a:pPr>
              <a:lnSpc>
                <a:spcPct val="110000"/>
              </a:lnSpc>
            </a:pPr>
            <a:r>
              <a:rPr lang="en-US" sz="1400"/>
              <a:t>Admins can:</a:t>
            </a:r>
          </a:p>
          <a:p>
            <a:pPr lvl="1">
              <a:lnSpc>
                <a:spcPct val="110000"/>
              </a:lnSpc>
            </a:pPr>
            <a:r>
              <a:rPr lang="en-US" sz="1400"/>
              <a:t>Manage sports, cities, areas, and events</a:t>
            </a:r>
          </a:p>
          <a:p>
            <a:pPr lvl="1">
              <a:lnSpc>
                <a:spcPct val="110000"/>
              </a:lnSpc>
            </a:pPr>
            <a:r>
              <a:rPr lang="en-US" sz="1400"/>
              <a:t>Monitor logs and system activity</a:t>
            </a:r>
          </a:p>
          <a:p>
            <a:pPr>
              <a:lnSpc>
                <a:spcPct val="110000"/>
              </a:lnSpc>
            </a:pPr>
            <a:r>
              <a:rPr lang="en-US" sz="1400"/>
              <a:t>The project demonstrates how modern web technologies can be used to solve a real-world event &amp; teammate matching problem.</a:t>
            </a:r>
            <a:endParaRPr lang="en-NZ" sz="1400"/>
          </a:p>
        </p:txBody>
      </p:sp>
      <p:pic>
        <p:nvPicPr>
          <p:cNvPr id="6" name="Picture 5" descr="A running track with white lines&#10;&#10;AI-generated content may be incorrect.">
            <a:extLst>
              <a:ext uri="{FF2B5EF4-FFF2-40B4-BE49-F238E27FC236}">
                <a16:creationId xmlns:a16="http://schemas.microsoft.com/office/drawing/2014/main" id="{C225F545-C020-B149-6CE9-E169DBF5E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1134" r="16591"/>
          <a:stretch>
            <a:fillRect/>
          </a:stretch>
        </p:blipFill>
        <p:spPr>
          <a:xfrm>
            <a:off x="5818632" y="-1"/>
            <a:ext cx="637336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78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B1F412-9466-7F93-4B9D-4C43AEABA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DD1D22E-5996-E45B-92B2-659F701A4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F1804-A578-9B1E-5F85-81D0A7030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548639"/>
            <a:ext cx="3977640" cy="5719640"/>
          </a:xfrm>
        </p:spPr>
        <p:txBody>
          <a:bodyPr anchor="t">
            <a:normAutofit/>
          </a:bodyPr>
          <a:lstStyle/>
          <a:p>
            <a:r>
              <a:rPr lang="en-US" dirty="0"/>
              <a:t>Objective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EBE47-36D9-2D8D-D138-D75E8AA76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7542" y="548639"/>
            <a:ext cx="6189780" cy="5861304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/>
              <a:t>Main Objective</a:t>
            </a:r>
          </a:p>
          <a:p>
            <a:pPr>
              <a:lnSpc>
                <a:spcPct val="110000"/>
              </a:lnSpc>
            </a:pPr>
            <a:r>
              <a:rPr lang="en-US"/>
              <a:t>To build a web application that allows users to:</a:t>
            </a:r>
          </a:p>
          <a:p>
            <a:pPr lvl="1">
              <a:lnSpc>
                <a:spcPct val="110000"/>
              </a:lnSpc>
            </a:pPr>
            <a:r>
              <a:rPr lang="en-US"/>
              <a:t>Find local sports events</a:t>
            </a:r>
          </a:p>
          <a:p>
            <a:pPr lvl="1">
              <a:lnSpc>
                <a:spcPct val="110000"/>
              </a:lnSpc>
            </a:pPr>
            <a:r>
              <a:rPr lang="en-US"/>
              <a:t>Connect with teammates who share similar sports interests</a:t>
            </a:r>
          </a:p>
          <a:p>
            <a:pPr lvl="1">
              <a:lnSpc>
                <a:spcPct val="110000"/>
              </a:lnSpc>
            </a:pPr>
            <a:r>
              <a:rPr lang="en-US"/>
              <a:t>Manage their participation and activities efficiently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b="1"/>
              <a:t>Specific Objectives</a:t>
            </a:r>
          </a:p>
          <a:p>
            <a:pPr>
              <a:lnSpc>
                <a:spcPct val="110000"/>
              </a:lnSpc>
            </a:pPr>
            <a:r>
              <a:rPr lang="en-US"/>
              <a:t>Enable users to:</a:t>
            </a:r>
          </a:p>
          <a:p>
            <a:pPr lvl="1">
              <a:lnSpc>
                <a:spcPct val="110000"/>
              </a:lnSpc>
            </a:pPr>
            <a:r>
              <a:rPr lang="en-US"/>
              <a:t>Register, login, and manage their sports profile</a:t>
            </a:r>
          </a:p>
          <a:p>
            <a:pPr lvl="1">
              <a:lnSpc>
                <a:spcPct val="110000"/>
              </a:lnSpc>
            </a:pPr>
            <a:r>
              <a:rPr lang="en-US"/>
              <a:t>Create, edit, and delete their own events</a:t>
            </a:r>
          </a:p>
          <a:p>
            <a:pPr lvl="1">
              <a:lnSpc>
                <a:spcPct val="110000"/>
              </a:lnSpc>
            </a:pPr>
            <a:r>
              <a:rPr lang="en-US"/>
              <a:t>Send join requests and leave events</a:t>
            </a:r>
          </a:p>
          <a:p>
            <a:pPr>
              <a:lnSpc>
                <a:spcPct val="110000"/>
              </a:lnSpc>
            </a:pPr>
            <a:r>
              <a:rPr lang="en-US"/>
              <a:t>Enable admins to:</a:t>
            </a:r>
          </a:p>
          <a:p>
            <a:pPr lvl="1">
              <a:lnSpc>
                <a:spcPct val="110000"/>
              </a:lnSpc>
            </a:pPr>
            <a:r>
              <a:rPr lang="en-US"/>
              <a:t>Manage sports, cities, areas, events and logs from a central dashboard</a:t>
            </a:r>
          </a:p>
          <a:p>
            <a:pPr lvl="1">
              <a:lnSpc>
                <a:spcPct val="110000"/>
              </a:lnSpc>
            </a:pPr>
            <a:r>
              <a:rPr lang="en-US"/>
              <a:t>Monitor activities and maintain system integrity</a:t>
            </a:r>
          </a:p>
          <a:p>
            <a:pPr>
              <a:lnSpc>
                <a:spcPct val="110000"/>
              </a:lnSpc>
            </a:pP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44538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F588F5-6395-F3A0-1DBE-DFD4410E1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67BF1C-CE79-B921-3F09-54E06AAF3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Problem Statement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DDBD8-B127-F8F5-9220-32EECD287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862396" cy="409651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/>
              <a:t>Many people want to play sports but:</a:t>
            </a:r>
          </a:p>
          <a:p>
            <a:pPr lvl="1">
              <a:lnSpc>
                <a:spcPct val="110000"/>
              </a:lnSpc>
            </a:pPr>
            <a:r>
              <a:rPr lang="en-US" sz="1500"/>
              <a:t>Don’t know where local games are happening</a:t>
            </a:r>
          </a:p>
          <a:p>
            <a:pPr lvl="1">
              <a:lnSpc>
                <a:spcPct val="110000"/>
              </a:lnSpc>
            </a:pPr>
            <a:r>
              <a:rPr lang="en-US" sz="1500"/>
              <a:t>Struggle to find teammates with similar interests and skill levels</a:t>
            </a:r>
          </a:p>
          <a:p>
            <a:pPr>
              <a:lnSpc>
                <a:spcPct val="110000"/>
              </a:lnSpc>
            </a:pPr>
            <a:r>
              <a:rPr lang="en-US" sz="1500"/>
              <a:t>There is a need for a platform where:</a:t>
            </a:r>
          </a:p>
          <a:p>
            <a:pPr lvl="1">
              <a:lnSpc>
                <a:spcPct val="110000"/>
              </a:lnSpc>
            </a:pPr>
            <a:r>
              <a:rPr lang="en-US" sz="1500"/>
              <a:t>Users can discover sports events near them</a:t>
            </a:r>
          </a:p>
          <a:p>
            <a:pPr lvl="1">
              <a:lnSpc>
                <a:spcPct val="110000"/>
              </a:lnSpc>
            </a:pPr>
            <a:r>
              <a:rPr lang="en-US" sz="1500"/>
              <a:t>Event creators can manage attendees</a:t>
            </a:r>
          </a:p>
          <a:p>
            <a:pPr lvl="1">
              <a:lnSpc>
                <a:spcPct val="110000"/>
              </a:lnSpc>
            </a:pPr>
            <a:r>
              <a:rPr lang="en-US" sz="1500"/>
              <a:t>Admins can control system data and monitor activity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500" b="1"/>
              <a:t>Goal</a:t>
            </a:r>
            <a:endParaRPr lang="en-US" sz="1500"/>
          </a:p>
          <a:p>
            <a:pPr>
              <a:lnSpc>
                <a:spcPct val="110000"/>
              </a:lnSpc>
            </a:pPr>
            <a:r>
              <a:rPr lang="en-US" sz="1500"/>
              <a:t>Build a system that helps users discover, manage, and join sports events, and helps admins maintain consistent data and control.</a:t>
            </a:r>
          </a:p>
          <a:p>
            <a:pPr>
              <a:lnSpc>
                <a:spcPct val="110000"/>
              </a:lnSpc>
            </a:pPr>
            <a:endParaRPr lang="en-NZ" sz="1500"/>
          </a:p>
        </p:txBody>
      </p:sp>
      <p:pic>
        <p:nvPicPr>
          <p:cNvPr id="7" name="Graphic 6" descr="Sport Balls">
            <a:extLst>
              <a:ext uri="{FF2B5EF4-FFF2-40B4-BE49-F238E27FC236}">
                <a16:creationId xmlns:a16="http://schemas.microsoft.com/office/drawing/2014/main" id="{9D2B797D-784E-17D6-9798-B664A7204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1395" y="1102440"/>
            <a:ext cx="4681506" cy="46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844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21AEC1-29E5-561F-B130-539A3FD5C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4E7C72-DF1C-D7C5-DF33-84F1E92C1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US" dirty="0"/>
              <a:t>Techniques Used</a:t>
            </a:r>
            <a:endParaRPr lang="en-NZ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BA46463-71DE-FE86-8540-9782DC0260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7206859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315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50789-2549-074B-8FF9-DDAC1D598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357B7-F40B-0D6A-16ED-5E67622CC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&amp; Tech Stack</a:t>
            </a:r>
            <a:endParaRPr lang="en-NZ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104BB7-D116-E54C-D9AF-18D4D1F6C8E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4384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9641B-656B-431D-505A-D79D47A94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74772-C3D6-E3F5-A331-C9E8CD254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Workflow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CDD0A-613C-72B2-2E14-111A75AAD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/>
              <a:t>User Registration &amp; Login</a:t>
            </a:r>
            <a:endParaRPr lang="en-US"/>
          </a:p>
          <a:p>
            <a:pPr lvl="1"/>
            <a:r>
              <a:rPr lang="en-US"/>
              <a:t>User creates account with basic details</a:t>
            </a:r>
          </a:p>
          <a:p>
            <a:pPr lvl="1"/>
            <a:r>
              <a:rPr lang="en-US"/>
              <a:t>Login via Firebase Auth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/>
              <a:t>Profile &amp; Preferences</a:t>
            </a:r>
            <a:endParaRPr lang="en-US"/>
          </a:p>
          <a:p>
            <a:pPr lvl="1"/>
            <a:r>
              <a:rPr lang="en-US"/>
              <a:t>User sets city, area, sports interests, and skill level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/>
              <a:t>Event Management</a:t>
            </a:r>
            <a:endParaRPr lang="en-US"/>
          </a:p>
          <a:p>
            <a:pPr lvl="1"/>
            <a:r>
              <a:rPr lang="en-US"/>
              <a:t>Users create events with:</a:t>
            </a:r>
          </a:p>
          <a:p>
            <a:pPr lvl="3">
              <a:buFont typeface="Wingdings" panose="05000000000000000000" pitchFamily="2" charset="2"/>
              <a:buChar char="§"/>
            </a:pPr>
            <a:r>
              <a:rPr lang="en-US" sz="1800"/>
              <a:t>Sport, date/time, city, area, skill, description</a:t>
            </a:r>
          </a:p>
          <a:p>
            <a:pPr lvl="1"/>
            <a:r>
              <a:rPr lang="en-US"/>
              <a:t>Events visible to all users in the system under Events tab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087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2602C-A76D-EC77-974F-CE85AE484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C6A1B-F91A-FC84-427A-AF9C0846E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Workflow (Continue…)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1D024-6AF4-2E5D-862C-6C8B319CA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4.    Join Requests &amp; Attendees</a:t>
            </a:r>
            <a:endParaRPr lang="en-US" dirty="0"/>
          </a:p>
          <a:p>
            <a:pPr lvl="1"/>
            <a:r>
              <a:rPr lang="en-US" dirty="0"/>
              <a:t>User sends join request for an event</a:t>
            </a:r>
          </a:p>
          <a:p>
            <a:pPr lvl="1"/>
            <a:r>
              <a:rPr lang="en-US" dirty="0"/>
              <a:t>Event creator reviews and Accepts / Rejects requests</a:t>
            </a:r>
          </a:p>
          <a:p>
            <a:pPr lvl="1"/>
            <a:r>
              <a:rPr lang="en-US" dirty="0"/>
              <a:t>Accepted users appear as joined attendees</a:t>
            </a:r>
          </a:p>
          <a:p>
            <a:pPr marL="0" indent="0">
              <a:buNone/>
            </a:pPr>
            <a:r>
              <a:rPr lang="en-US" b="1" dirty="0"/>
              <a:t>5.     Admin Management</a:t>
            </a:r>
            <a:endParaRPr lang="en-US" dirty="0"/>
          </a:p>
          <a:p>
            <a:pPr lvl="1"/>
            <a:r>
              <a:rPr lang="en-US" dirty="0"/>
              <a:t>Admin dashboard shows stats + logs</a:t>
            </a:r>
          </a:p>
          <a:p>
            <a:pPr lvl="1"/>
            <a:r>
              <a:rPr lang="en-US" dirty="0"/>
              <a:t>Admin manages sports, cities, areas, events</a:t>
            </a:r>
          </a:p>
          <a:p>
            <a:pPr marL="0" indent="0">
              <a:buNone/>
            </a:pPr>
            <a:r>
              <a:rPr lang="en-US" b="1" dirty="0"/>
              <a:t>6.     Notifications</a:t>
            </a:r>
            <a:endParaRPr lang="en-US" dirty="0"/>
          </a:p>
          <a:p>
            <a:pPr lvl="1"/>
            <a:r>
              <a:rPr lang="en-US" dirty="0"/>
              <a:t>Users receive notifications for:</a:t>
            </a:r>
          </a:p>
          <a:p>
            <a:pPr lvl="2"/>
            <a:r>
              <a:rPr lang="en-US" dirty="0"/>
              <a:t>Request accepted / rejected</a:t>
            </a:r>
          </a:p>
          <a:p>
            <a:pPr lvl="2"/>
            <a:r>
              <a:rPr lang="en-US" dirty="0"/>
              <a:t>Event-related updates (as configured)</a:t>
            </a:r>
          </a:p>
        </p:txBody>
      </p:sp>
    </p:spTree>
    <p:extLst>
      <p:ext uri="{BB962C8B-B14F-4D97-AF65-F5344CB8AC3E}">
        <p14:creationId xmlns:p14="http://schemas.microsoft.com/office/powerpoint/2010/main" val="2245827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7739BA-D6CF-00E4-99FA-21EC56B54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ACA6F80-D392-A64E-3CF8-F28F1CCE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E8D4BD-75DA-5FCD-8D19-6011C52E3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548640"/>
            <a:ext cx="4779572" cy="2067705"/>
          </a:xfrm>
        </p:spPr>
        <p:txBody>
          <a:bodyPr anchor="t">
            <a:normAutofit/>
          </a:bodyPr>
          <a:lstStyle/>
          <a:p>
            <a:r>
              <a:rPr lang="en-US" dirty="0"/>
              <a:t>User Features</a:t>
            </a:r>
            <a:endParaRPr lang="en-NZ" dirty="0"/>
          </a:p>
        </p:txBody>
      </p:sp>
      <p:pic>
        <p:nvPicPr>
          <p:cNvPr id="8" name="Graphic 7" descr="User">
            <a:extLst>
              <a:ext uri="{FF2B5EF4-FFF2-40B4-BE49-F238E27FC236}">
                <a16:creationId xmlns:a16="http://schemas.microsoft.com/office/drawing/2014/main" id="{52EAB7AB-0DEB-F41C-B634-7811A7AC4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975" y="1404095"/>
            <a:ext cx="3333077" cy="333307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796185A5-FBFB-0A2B-92A9-893C70BE46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30551" y="548638"/>
            <a:ext cx="5546770" cy="57607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Authentication &amp; Profile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Register, Login &amp; Reset Password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Profile with name, city, area, sports interests, skill level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Dashboard Tabs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Created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– events created by the user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Pending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– join requests sent (waiting for approval)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Joined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– events where the user is accepted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Event Interaction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View all events from all users in Events page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Open </a:t>
            </a:r>
            <a:r>
              <a:rPr kumimoji="0" lang="en-US" altLang="en-US" sz="14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Event Detail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page on card click:</a:t>
            </a:r>
          </a:p>
          <a:p>
            <a:pPr marL="971550" lvl="2" indent="-28575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See full event info and buttons:</a:t>
            </a:r>
          </a:p>
          <a:p>
            <a:pPr marL="1200150" lvl="3" indent="-28575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If not creator: Send Join Request</a:t>
            </a:r>
          </a:p>
          <a:p>
            <a:pPr marL="1200150" lvl="3" indent="-28575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If already joined: Leave Event</a:t>
            </a:r>
          </a:p>
          <a:p>
            <a:pPr marL="1200150" lvl="3" indent="-28575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If creator: Edit / Delete / View Attendees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Notifications</a:t>
            </a: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Request accepted / rejected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Event-related notifications (via FCM / Firestore-based notification logic)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633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C85038-7836-827A-5BC5-E5A83BF22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ACA6F80-D392-A64E-3CF8-F28F1CCE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42AEC-2670-0721-2A71-CBC3186EA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4803224" cy="1298446"/>
          </a:xfrm>
        </p:spPr>
        <p:txBody>
          <a:bodyPr>
            <a:normAutofit/>
          </a:bodyPr>
          <a:lstStyle/>
          <a:p>
            <a:r>
              <a:rPr lang="en-US" dirty="0"/>
              <a:t>Admin Features</a:t>
            </a:r>
            <a:endParaRPr lang="en-NZ" dirty="0"/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3CCA77A-E71D-C67F-AA77-4A78540075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690" b="1"/>
          <a:stretch>
            <a:fillRect/>
          </a:stretch>
        </p:blipFill>
        <p:spPr>
          <a:xfrm>
            <a:off x="420914" y="2011679"/>
            <a:ext cx="4586515" cy="429768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78095028-32CC-0372-04FF-2C5F5FD6D0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28520" y="548637"/>
            <a:ext cx="5546770" cy="57607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Admin Access</a:t>
            </a:r>
            <a:endParaRPr kumimoji="0" lang="en-US" altLang="en-US" sz="13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3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Admin added manually (email + password script in Firestore)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3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Admin logs in through the same login page but sees Admin Dashboard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Admin Dashboard</a:t>
            </a:r>
            <a:endParaRPr kumimoji="0" lang="en-US" altLang="en-US" sz="13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Total Users, Sports, Cities, Areas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Recent 5 Events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Event date graph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Recent system logs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Admin Management</a:t>
            </a:r>
            <a:endParaRPr kumimoji="0" lang="en-US" altLang="en-US" sz="13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CRUD for:</a:t>
            </a:r>
          </a:p>
          <a:p>
            <a:pPr marL="971550" lvl="2" indent="-28575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Sports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– used in dropdowns</a:t>
            </a:r>
          </a:p>
          <a:p>
            <a:pPr marL="971550" lvl="2" indent="-28575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Cities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– used for event &amp; profile locations</a:t>
            </a:r>
          </a:p>
          <a:p>
            <a:pPr marL="971550" lvl="2" indent="-28575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Areas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– mapped to cities</a:t>
            </a:r>
          </a:p>
          <a:p>
            <a:pPr marL="971550" lvl="2" indent="-28575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Events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– admin can edit/delete any event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View system logs:</a:t>
            </a:r>
          </a:p>
          <a:p>
            <a:pPr marL="971550" lvl="2" indent="-28575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Event created/updated/deleted</a:t>
            </a:r>
          </a:p>
          <a:p>
            <a:pPr marL="971550" lvl="2" indent="-28575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Join/leave requests</a:t>
            </a:r>
          </a:p>
          <a:p>
            <a:pPr marL="971550" lvl="2" indent="-28575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Admin operations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013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71059C-23A3-D627-84A0-99A4A1C65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DD1D22E-5996-E45B-92B2-659F701A4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D3DE54-9A8E-B4F1-7D8C-C99370158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548639"/>
            <a:ext cx="3977640" cy="5719640"/>
          </a:xfrm>
        </p:spPr>
        <p:txBody>
          <a:bodyPr anchor="t">
            <a:normAutofit/>
          </a:bodyPr>
          <a:lstStyle/>
          <a:p>
            <a:r>
              <a:rPr lang="en-US" dirty="0"/>
              <a:t>Testing</a:t>
            </a:r>
            <a:r>
              <a:rPr lang="en-NZ" dirty="0"/>
              <a:t>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BB7D49-338E-E906-39BA-B3A2E32947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87542" y="548639"/>
            <a:ext cx="6189780" cy="586130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Functional Testing</a:t>
            </a:r>
            <a:endParaRPr kumimoji="0" lang="en-US" altLang="en-US" sz="13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User-side:</a:t>
            </a:r>
          </a:p>
          <a:p>
            <a:pPr marL="971550" lvl="2" indent="-28575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Register, login, logout, password reset</a:t>
            </a:r>
          </a:p>
          <a:p>
            <a:pPr marL="971550" lvl="2" indent="-28575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Profile update</a:t>
            </a:r>
          </a:p>
          <a:p>
            <a:pPr marL="971550" lvl="2" indent="-28575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Create / edit / delete event</a:t>
            </a:r>
          </a:p>
          <a:p>
            <a:pPr marL="971550" lvl="2" indent="-28575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Join and leave event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Admin-side:</a:t>
            </a:r>
          </a:p>
          <a:p>
            <a:pPr marL="971550" lvl="2" indent="-28575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Login as admin</a:t>
            </a:r>
          </a:p>
          <a:p>
            <a:pPr marL="971550" lvl="2" indent="-28575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CRUD on sports/cities/areas/events</a:t>
            </a:r>
          </a:p>
          <a:p>
            <a:pPr marL="971550" lvl="2" indent="-28575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View logs and dashboard stats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Workflow Testing</a:t>
            </a:r>
            <a:endParaRPr kumimoji="0" lang="en-US" altLang="en-US" sz="13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28600" lvl="1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End-to-end:</a:t>
            </a:r>
          </a:p>
          <a:p>
            <a:pPr marL="1028700" lvl="2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User creates event</a:t>
            </a:r>
          </a:p>
          <a:p>
            <a:pPr marL="1028700" lvl="2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Other user sends join request</a:t>
            </a:r>
          </a:p>
          <a:p>
            <a:pPr marL="1028700" lvl="2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Creator accepts / rejects</a:t>
            </a:r>
          </a:p>
          <a:p>
            <a:pPr marL="1028700" lvl="2" indent="-34290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+mj-lt"/>
              <a:buAutoNum type="arabicPeriod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Joined event appears under “Joined” tab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Security &amp; Rules (High Level)</a:t>
            </a:r>
            <a:endParaRPr kumimoji="0" lang="en-US" altLang="en-US" sz="13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Checked Firestore rules:</a:t>
            </a:r>
          </a:p>
          <a:p>
            <a:pPr marL="971550" lvl="2" indent="-28575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Only authenticated users can access data</a:t>
            </a:r>
          </a:p>
          <a:p>
            <a:pPr marL="971550" lvl="2" indent="-28575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Only event creator/admin can modify event</a:t>
            </a:r>
          </a:p>
          <a:p>
            <a:pPr marL="971550" lvl="2" indent="-28575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Users can only update their own profile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236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467C0C-3FE5-8B36-9C8F-0857A0357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C8C6078-B9FC-62D3-82A6-AED0C1C0C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23CF07-AAA9-DC0B-9E00-84313AE45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972700-15E3-67A2-248D-5C2E0959B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r>
              <a:rPr lang="en-NZ" dirty="0"/>
              <a:t>Testing Summary &amp; 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52708-26E0-F991-C4FD-5F483C3F7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2481" y="2495774"/>
            <a:ext cx="8278892" cy="327342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NZ" sz="1300" b="1"/>
              <a:t>Tested Scenarios: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NZ" sz="1300"/>
              <a:t>Register -  login -  dashboard redirect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NZ" sz="1300"/>
              <a:t>User creates event - appears in Events list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NZ" sz="1300"/>
              <a:t>Another user sends join request - event creator sees request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NZ" sz="1300"/>
              <a:t>Creator accepts request - attendee moves to Joined state and get notification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NZ" sz="1300"/>
              <a:t>Creator rejects request - attendee removed from pending &amp; attendees array and get notification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NZ" sz="1300"/>
              <a:t>Admin edits/deletes events - reflected in user views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NZ" sz="1300"/>
              <a:t>Invalid operations (unauthorized edit/delete) blocked by Firestore rules</a:t>
            </a:r>
          </a:p>
          <a:p>
            <a:pPr>
              <a:lnSpc>
                <a:spcPct val="110000"/>
              </a:lnSpc>
            </a:pPr>
            <a:r>
              <a:rPr lang="en-NZ" sz="1300" b="1"/>
              <a:t>Key Observations</a:t>
            </a:r>
          </a:p>
          <a:p>
            <a:pPr lvl="1">
              <a:lnSpc>
                <a:spcPct val="110000"/>
              </a:lnSpc>
            </a:pPr>
            <a:r>
              <a:rPr lang="en-US" sz="1300"/>
              <a:t>Application flow works correctly for Standard user journeys and Admin management tasks</a:t>
            </a:r>
          </a:p>
          <a:p>
            <a:pPr lvl="1">
              <a:lnSpc>
                <a:spcPct val="110000"/>
              </a:lnSpc>
            </a:pPr>
            <a:r>
              <a:rPr lang="en-US" sz="1300"/>
              <a:t>Matching categories display correctly.</a:t>
            </a:r>
            <a:endParaRPr lang="en-NZ" sz="1300"/>
          </a:p>
          <a:p>
            <a:pPr>
              <a:lnSpc>
                <a:spcPct val="110000"/>
              </a:lnSpc>
            </a:pPr>
            <a:endParaRPr lang="en-NZ" sz="1300" b="1"/>
          </a:p>
        </p:txBody>
      </p:sp>
    </p:spTree>
    <p:extLst>
      <p:ext uri="{BB962C8B-B14F-4D97-AF65-F5344CB8AC3E}">
        <p14:creationId xmlns:p14="http://schemas.microsoft.com/office/powerpoint/2010/main" val="3286641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CA10B-5BF8-80F3-2D94-D57E9A31C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9DE26-B1C5-E9AD-140B-AAB1D6AB4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85736-A269-6186-72BF-BB4B82170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262743"/>
            <a:ext cx="10653579" cy="5046617"/>
          </a:xfrm>
        </p:spPr>
        <p:txBody>
          <a:bodyPr>
            <a:normAutofit/>
          </a:bodyPr>
          <a:lstStyle/>
          <a:p>
            <a:r>
              <a:rPr lang="en-NZ"/>
              <a:t>Users can successfully: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NZ"/>
              <a:t> Register/Login/ Reset Password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NZ"/>
              <a:t>Create/edit/delete their own events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NZ"/>
              <a:t>Send join request and leave events</a:t>
            </a:r>
          </a:p>
          <a:p>
            <a:r>
              <a:rPr lang="en-NZ"/>
              <a:t>Event creator can view categorized attendees and can Accept/Reject request</a:t>
            </a:r>
          </a:p>
          <a:p>
            <a:r>
              <a:rPr lang="en-NZ"/>
              <a:t>Admin can: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NZ"/>
              <a:t>Manage all master data and edit/delete events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NZ"/>
              <a:t>Monitor logs and system activity</a:t>
            </a:r>
          </a:p>
          <a:p>
            <a:r>
              <a:rPr lang="en-US"/>
              <a:t>Clean layout with Tailwind CSS, user dashboard with clear tabs (Created/Pending/Joined Events).</a:t>
            </a:r>
          </a:p>
          <a:p>
            <a:r>
              <a:rPr lang="en-US"/>
              <a:t>Attendees categorized accordingly.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785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0E7A827-4DD7-8A5A-4519-32BDA5CDB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A75348D-3376-10BB-E89D-A72720D88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798846-6165-4D7F-66DE-9A507B113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48640"/>
            <a:ext cx="7098627" cy="1325236"/>
          </a:xfrm>
        </p:spPr>
        <p:txBody>
          <a:bodyPr anchor="t">
            <a:normAutofit/>
          </a:bodyPr>
          <a:lstStyle/>
          <a:p>
            <a:r>
              <a:rPr lang="en-US" dirty="0"/>
              <a:t>Future Improvement</a:t>
            </a:r>
            <a:endParaRPr lang="en-NZ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DBC11BB-CDE8-4237-6298-9A91E906D7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32424" y="1899631"/>
            <a:ext cx="7333128" cy="401176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800"/>
              <a:t>To expand SportsBuddy into a more advanced and engaging platform, the following enhancements are planned:</a:t>
            </a:r>
            <a:endParaRPr lang="en-US" altLang="en-US" sz="1800"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>
                <a:latin typeface="Arial" panose="020B0604020202020204" pitchFamily="34" charset="0"/>
              </a:rPr>
              <a:t>In-App chat System between event creators and attendees.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NZ"/>
              <a:t>Email reminders and event confirmation mails.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>
                <a:latin typeface="Arial" panose="020B0604020202020204" pitchFamily="34" charset="0"/>
              </a:rPr>
              <a:t>Smart buddy recommendation system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>
                <a:latin typeface="Arial" panose="020B0604020202020204" pitchFamily="34" charset="0"/>
              </a:rPr>
              <a:t>Profile picture and richer user profiles</a:t>
            </a:r>
          </a:p>
        </p:txBody>
      </p:sp>
    </p:spTree>
    <p:extLst>
      <p:ext uri="{BB962C8B-B14F-4D97-AF65-F5344CB8AC3E}">
        <p14:creationId xmlns:p14="http://schemas.microsoft.com/office/powerpoint/2010/main" val="3355852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7BF58-184E-7122-4B1A-C693AC42E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NZ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C03E5C-B739-6AC0-0A25-8DEAF5AA436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671446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1233</Words>
  <Application>Microsoft Office PowerPoint</Application>
  <PresentationFormat>Widescreen</PresentationFormat>
  <Paragraphs>193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Neue Haas Grotesk Text Pro</vt:lpstr>
      <vt:lpstr>Wingdings</vt:lpstr>
      <vt:lpstr>VanillaVTI</vt:lpstr>
      <vt:lpstr>SportsBuddy – find Local Sports Events &amp; Teammates</vt:lpstr>
      <vt:lpstr>Introduction</vt:lpstr>
      <vt:lpstr>Objective</vt:lpstr>
      <vt:lpstr>Problem Statement</vt:lpstr>
      <vt:lpstr>Techniques Used</vt:lpstr>
      <vt:lpstr>Tools &amp; Tech Stack</vt:lpstr>
      <vt:lpstr>Project Workflow</vt:lpstr>
      <vt:lpstr>Project Workflow (Continue…)</vt:lpstr>
      <vt:lpstr>User Features</vt:lpstr>
      <vt:lpstr>Admin Features</vt:lpstr>
      <vt:lpstr>Testing Overview</vt:lpstr>
      <vt:lpstr>Testing Summary &amp; Key Findings</vt:lpstr>
      <vt:lpstr>Results</vt:lpstr>
      <vt:lpstr>Future Improvement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 Khokhariya</dc:creator>
  <cp:lastModifiedBy>Krishna Khokhariya</cp:lastModifiedBy>
  <cp:revision>2</cp:revision>
  <dcterms:created xsi:type="dcterms:W3CDTF">2025-12-09T22:36:50Z</dcterms:created>
  <dcterms:modified xsi:type="dcterms:W3CDTF">2025-12-10T00:28:28Z</dcterms:modified>
</cp:coreProperties>
</file>